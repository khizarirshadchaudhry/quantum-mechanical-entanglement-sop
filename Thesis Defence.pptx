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ink/ink1.xml" ContentType="application/inkml+xml"/>
  <Override PartName="/ppt/ink/ink2.xml" ContentType="application/inkml+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8" r:id="rId3"/>
    <p:sldId id="257" r:id="rId4"/>
    <p:sldId id="259" r:id="rId5"/>
    <p:sldId id="260" r:id="rId6"/>
    <p:sldId id="261" r:id="rId7"/>
    <p:sldId id="263" r:id="rId8"/>
    <p:sldId id="264" r:id="rId9"/>
    <p:sldId id="265" r:id="rId10"/>
    <p:sldId id="266" r:id="rId11"/>
    <p:sldId id="267" r:id="rId12"/>
    <p:sldId id="268" r:id="rId13"/>
    <p:sldId id="262" r:id="rId14"/>
    <p:sldId id="271" r:id="rId15"/>
    <p:sldId id="270" r:id="rId16"/>
    <p:sldId id="272" r:id="rId17"/>
    <p:sldId id="273" r:id="rId18"/>
    <p:sldId id="274" r:id="rId19"/>
    <p:sldId id="275" r:id="rId20"/>
    <p:sldId id="276" r:id="rId21"/>
    <p:sldId id="277" r:id="rId22"/>
    <p:sldId id="269" r:id="rId23"/>
    <p:sldId id="278" r:id="rId24"/>
    <p:sldId id="279" r:id="rId25"/>
    <p:sldId id="282" r:id="rId26"/>
    <p:sldId id="280" r:id="rId27"/>
    <p:sldId id="281" r:id="rId28"/>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008B40-C95E-4E50-8AC2-1C28985F1A08}">
          <p14:sldIdLst>
            <p14:sldId id="256"/>
            <p14:sldId id="258"/>
            <p14:sldId id="257"/>
            <p14:sldId id="259"/>
            <p14:sldId id="260"/>
            <p14:sldId id="261"/>
            <p14:sldId id="263"/>
            <p14:sldId id="264"/>
            <p14:sldId id="265"/>
            <p14:sldId id="266"/>
            <p14:sldId id="267"/>
            <p14:sldId id="268"/>
            <p14:sldId id="262"/>
          </p14:sldIdLst>
        </p14:section>
        <p14:section name="Forsøg" id="{F6C497C2-333F-41C1-B18B-E2A1F3C95840}">
          <p14:sldIdLst>
            <p14:sldId id="271"/>
            <p14:sldId id="270"/>
            <p14:sldId id="272"/>
            <p14:sldId id="273"/>
            <p14:sldId id="274"/>
            <p14:sldId id="275"/>
          </p14:sldIdLst>
        </p14:section>
        <p14:section name="..." id="{4B45A2E5-C39A-4D14-868B-60F3AD19FA6D}">
          <p14:sldIdLst>
            <p14:sldId id="276"/>
            <p14:sldId id="277"/>
            <p14:sldId id="269"/>
            <p14:sldId id="278"/>
            <p14:sldId id="279"/>
            <p14:sldId id="282"/>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1137"/>
    <a:srgbClr val="E4E4E4"/>
    <a:srgbClr val="7373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09E47-72DE-0E49-B9D5-C3EDF2F6F133}" v="27" dt="2026-01-19T02:02:36.608"/>
    <p1510:client id="{97ED5B50-B8C0-4820-9B60-84164134F06F}" v="2675" dt="2026-01-19T09:08:20.6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hizar Irshad Chaudhry" userId="59d5709b-c5d7-4b85-9556-fb8cf7abbe1c" providerId="ADAL" clId="{F92AF2FE-E748-4C08-A23C-B68C8214D1D6}"/>
    <pc:docChg chg="undo redo custSel addSld delSld modSld sldOrd addSection modSection">
      <pc:chgData name="Khizar Irshad Chaudhry" userId="59d5709b-c5d7-4b85-9556-fb8cf7abbe1c" providerId="ADAL" clId="{F92AF2FE-E748-4C08-A23C-B68C8214D1D6}" dt="2026-01-19T09:08:20.610" v="5086" actId="1076"/>
      <pc:docMkLst>
        <pc:docMk/>
      </pc:docMkLst>
      <pc:sldChg chg="addSp delSp modSp new mod setBg">
        <pc:chgData name="Khizar Irshad Chaudhry" userId="59d5709b-c5d7-4b85-9556-fb8cf7abbe1c" providerId="ADAL" clId="{F92AF2FE-E748-4C08-A23C-B68C8214D1D6}" dt="2026-01-18T23:15:27.853" v="2841" actId="790"/>
        <pc:sldMkLst>
          <pc:docMk/>
          <pc:sldMk cId="3604986146" sldId="256"/>
        </pc:sldMkLst>
        <pc:spChg chg="mod">
          <ac:chgData name="Khizar Irshad Chaudhry" userId="59d5709b-c5d7-4b85-9556-fb8cf7abbe1c" providerId="ADAL" clId="{F92AF2FE-E748-4C08-A23C-B68C8214D1D6}" dt="2026-01-18T23:15:27.853" v="2841" actId="790"/>
          <ac:spMkLst>
            <pc:docMk/>
            <pc:sldMk cId="3604986146" sldId="256"/>
            <ac:spMk id="2" creationId="{D6F23CBB-C4DB-3FBE-ACB0-09F4740945A6}"/>
          </ac:spMkLst>
        </pc:spChg>
        <pc:spChg chg="mod">
          <ac:chgData name="Khizar Irshad Chaudhry" userId="59d5709b-c5d7-4b85-9556-fb8cf7abbe1c" providerId="ADAL" clId="{F92AF2FE-E748-4C08-A23C-B68C8214D1D6}" dt="2026-01-18T23:15:27.853" v="2841" actId="790"/>
          <ac:spMkLst>
            <pc:docMk/>
            <pc:sldMk cId="3604986146" sldId="256"/>
            <ac:spMk id="3" creationId="{B376CD1A-1CF6-B79B-88F9-84DFD5C737BD}"/>
          </ac:spMkLst>
        </pc:spChg>
        <pc:spChg chg="add del mod">
          <ac:chgData name="Khizar Irshad Chaudhry" userId="59d5709b-c5d7-4b85-9556-fb8cf7abbe1c" providerId="ADAL" clId="{F92AF2FE-E748-4C08-A23C-B68C8214D1D6}" dt="2026-01-18T18:00:26.019" v="221" actId="478"/>
          <ac:spMkLst>
            <pc:docMk/>
            <pc:sldMk cId="3604986146" sldId="256"/>
            <ac:spMk id="4" creationId="{F5989CDB-4663-EAA7-2C23-2AE85A3BF79B}"/>
          </ac:spMkLst>
        </pc:spChg>
        <pc:spChg chg="add del mod">
          <ac:chgData name="Khizar Irshad Chaudhry" userId="59d5709b-c5d7-4b85-9556-fb8cf7abbe1c" providerId="ADAL" clId="{F92AF2FE-E748-4C08-A23C-B68C8214D1D6}" dt="2026-01-18T23:15:27.853" v="2841" actId="790"/>
          <ac:spMkLst>
            <pc:docMk/>
            <pc:sldMk cId="3604986146" sldId="256"/>
            <ac:spMk id="7" creationId="{0841CC44-3BF9-A38A-08E8-87238A22598F}"/>
          </ac:spMkLst>
        </pc:spChg>
        <pc:spChg chg="add mod">
          <ac:chgData name="Khizar Irshad Chaudhry" userId="59d5709b-c5d7-4b85-9556-fb8cf7abbe1c" providerId="ADAL" clId="{F92AF2FE-E748-4C08-A23C-B68C8214D1D6}" dt="2026-01-18T23:15:27.853" v="2841" actId="790"/>
          <ac:spMkLst>
            <pc:docMk/>
            <pc:sldMk cId="3604986146" sldId="256"/>
            <ac:spMk id="8" creationId="{0841CC44-3BF9-A38A-08E8-87238A22598F}"/>
          </ac:spMkLst>
        </pc:spChg>
        <pc:spChg chg="mod">
          <ac:chgData name="Khizar Irshad Chaudhry" userId="59d5709b-c5d7-4b85-9556-fb8cf7abbe1c" providerId="ADAL" clId="{F92AF2FE-E748-4C08-A23C-B68C8214D1D6}" dt="2026-01-18T23:15:27.853" v="2841" actId="790"/>
          <ac:spMkLst>
            <pc:docMk/>
            <pc:sldMk cId="3604986146" sldId="256"/>
            <ac:spMk id="10" creationId="{76B80D68-90FB-18C5-C14F-E2B7E375BF57}"/>
          </ac:spMkLst>
        </pc:spChg>
        <pc:spChg chg="add mod">
          <ac:chgData name="Khizar Irshad Chaudhry" userId="59d5709b-c5d7-4b85-9556-fb8cf7abbe1c" providerId="ADAL" clId="{F92AF2FE-E748-4C08-A23C-B68C8214D1D6}" dt="2026-01-18T23:15:27.853" v="2841" actId="790"/>
          <ac:spMkLst>
            <pc:docMk/>
            <pc:sldMk cId="3604986146" sldId="256"/>
            <ac:spMk id="11" creationId="{D39BC0A1-0A1E-027E-7C1F-9ABE7B5065E7}"/>
          </ac:spMkLst>
        </pc:spChg>
        <pc:spChg chg="add del">
          <ac:chgData name="Khizar Irshad Chaudhry" userId="59d5709b-c5d7-4b85-9556-fb8cf7abbe1c" providerId="ADAL" clId="{F92AF2FE-E748-4C08-A23C-B68C8214D1D6}" dt="2026-01-18T19:14:06.237" v="855" actId="22"/>
          <ac:spMkLst>
            <pc:docMk/>
            <pc:sldMk cId="3604986146" sldId="256"/>
            <ac:spMk id="13" creationId="{F4C90E39-6E34-2959-3E2B-CAA039D1F8C1}"/>
          </ac:spMkLst>
        </pc:spChg>
        <pc:picChg chg="add mod">
          <ac:chgData name="Khizar Irshad Chaudhry" userId="59d5709b-c5d7-4b85-9556-fb8cf7abbe1c" providerId="ADAL" clId="{F92AF2FE-E748-4C08-A23C-B68C8214D1D6}" dt="2026-01-18T18:08:22.474" v="326" actId="1076"/>
          <ac:picMkLst>
            <pc:docMk/>
            <pc:sldMk cId="3604986146" sldId="256"/>
            <ac:picMk id="6" creationId="{401090DA-DC8B-A0AE-CF41-1D2F7F6C037F}"/>
          </ac:picMkLst>
        </pc:picChg>
        <pc:picChg chg="add del mod">
          <ac:chgData name="Khizar Irshad Chaudhry" userId="59d5709b-c5d7-4b85-9556-fb8cf7abbe1c" providerId="ADAL" clId="{F92AF2FE-E748-4C08-A23C-B68C8214D1D6}" dt="2026-01-18T18:08:03.969" v="323" actId="478"/>
          <ac:picMkLst>
            <pc:docMk/>
            <pc:sldMk cId="3604986146" sldId="256"/>
            <ac:picMk id="1026" creationId="{17ABDE9A-DF27-4CC5-4A1C-5FEBE94F83CF}"/>
          </ac:picMkLst>
        </pc:picChg>
        <pc:picChg chg="add mod">
          <ac:chgData name="Khizar Irshad Chaudhry" userId="59d5709b-c5d7-4b85-9556-fb8cf7abbe1c" providerId="ADAL" clId="{F92AF2FE-E748-4C08-A23C-B68C8214D1D6}" dt="2026-01-18T18:06:00.632" v="317" actId="1076"/>
          <ac:picMkLst>
            <pc:docMk/>
            <pc:sldMk cId="3604986146" sldId="256"/>
            <ac:picMk id="1028" creationId="{D5856A8F-3F75-A5A6-A4CD-0C2C05CCFF62}"/>
          </ac:picMkLst>
        </pc:picChg>
      </pc:sldChg>
      <pc:sldChg chg="addSp delSp modSp add mod">
        <pc:chgData name="Khizar Irshad Chaudhry" userId="59d5709b-c5d7-4b85-9556-fb8cf7abbe1c" providerId="ADAL" clId="{F92AF2FE-E748-4C08-A23C-B68C8214D1D6}" dt="2026-01-18T23:15:27.853" v="2841" actId="790"/>
        <pc:sldMkLst>
          <pc:docMk/>
          <pc:sldMk cId="1203112355" sldId="257"/>
        </pc:sldMkLst>
        <pc:spChg chg="mod">
          <ac:chgData name="Khizar Irshad Chaudhry" userId="59d5709b-c5d7-4b85-9556-fb8cf7abbe1c" providerId="ADAL" clId="{F92AF2FE-E748-4C08-A23C-B68C8214D1D6}" dt="2026-01-18T23:15:27.853" v="2841" actId="790"/>
          <ac:spMkLst>
            <pc:docMk/>
            <pc:sldMk cId="1203112355" sldId="257"/>
            <ac:spMk id="2" creationId="{E40ECA4F-3659-3372-D82A-44B56717DECD}"/>
          </ac:spMkLst>
        </pc:spChg>
        <pc:spChg chg="del">
          <ac:chgData name="Khizar Irshad Chaudhry" userId="59d5709b-c5d7-4b85-9556-fb8cf7abbe1c" providerId="ADAL" clId="{F92AF2FE-E748-4C08-A23C-B68C8214D1D6}" dt="2026-01-18T18:25:51.556" v="774" actId="478"/>
          <ac:spMkLst>
            <pc:docMk/>
            <pc:sldMk cId="1203112355" sldId="257"/>
            <ac:spMk id="3" creationId="{0CF161B8-93E8-3820-23A9-E17A573A03C9}"/>
          </ac:spMkLst>
        </pc:spChg>
        <pc:spChg chg="add del mod">
          <ac:chgData name="Khizar Irshad Chaudhry" userId="59d5709b-c5d7-4b85-9556-fb8cf7abbe1c" providerId="ADAL" clId="{F92AF2FE-E748-4C08-A23C-B68C8214D1D6}" dt="2026-01-18T18:25:53.721" v="775" actId="478"/>
          <ac:spMkLst>
            <pc:docMk/>
            <pc:sldMk cId="1203112355" sldId="257"/>
            <ac:spMk id="5" creationId="{F4D159D4-A576-8F45-FE42-4982EDB36A40}"/>
          </ac:spMkLst>
        </pc:spChg>
        <pc:spChg chg="del">
          <ac:chgData name="Khizar Irshad Chaudhry" userId="59d5709b-c5d7-4b85-9556-fb8cf7abbe1c" providerId="ADAL" clId="{F92AF2FE-E748-4C08-A23C-B68C8214D1D6}" dt="2026-01-18T18:25:56.260" v="776" actId="478"/>
          <ac:spMkLst>
            <pc:docMk/>
            <pc:sldMk cId="1203112355" sldId="257"/>
            <ac:spMk id="7" creationId="{39DFE337-163D-BB83-18E2-927B648A7FA1}"/>
          </ac:spMkLst>
        </pc:spChg>
        <pc:spChg chg="del">
          <ac:chgData name="Khizar Irshad Chaudhry" userId="59d5709b-c5d7-4b85-9556-fb8cf7abbe1c" providerId="ADAL" clId="{F92AF2FE-E748-4C08-A23C-B68C8214D1D6}" dt="2026-01-18T18:25:58.447" v="777" actId="478"/>
          <ac:spMkLst>
            <pc:docMk/>
            <pc:sldMk cId="1203112355" sldId="257"/>
            <ac:spMk id="8" creationId="{30E9D327-F64A-D34A-A5D0-B27C0EFB3E8A}"/>
          </ac:spMkLst>
        </pc:spChg>
        <pc:spChg chg="mod">
          <ac:chgData name="Khizar Irshad Chaudhry" userId="59d5709b-c5d7-4b85-9556-fb8cf7abbe1c" providerId="ADAL" clId="{F92AF2FE-E748-4C08-A23C-B68C8214D1D6}" dt="2026-01-18T23:15:27.853" v="2841" actId="790"/>
          <ac:spMkLst>
            <pc:docMk/>
            <pc:sldMk cId="1203112355" sldId="257"/>
            <ac:spMk id="10" creationId="{99E506D7-817F-0D8B-E13E-DB7240CC4AB8}"/>
          </ac:spMkLst>
        </pc:spChg>
        <pc:spChg chg="add mod">
          <ac:chgData name="Khizar Irshad Chaudhry" userId="59d5709b-c5d7-4b85-9556-fb8cf7abbe1c" providerId="ADAL" clId="{F92AF2FE-E748-4C08-A23C-B68C8214D1D6}" dt="2026-01-18T23:15:27.853" v="2841" actId="790"/>
          <ac:spMkLst>
            <pc:docMk/>
            <pc:sldMk cId="1203112355" sldId="257"/>
            <ac:spMk id="11" creationId="{0789DE7A-F3DD-79F1-64E5-D8C8350428FB}"/>
          </ac:spMkLst>
        </pc:spChg>
        <pc:picChg chg="mod">
          <ac:chgData name="Khizar Irshad Chaudhry" userId="59d5709b-c5d7-4b85-9556-fb8cf7abbe1c" providerId="ADAL" clId="{F92AF2FE-E748-4C08-A23C-B68C8214D1D6}" dt="2026-01-18T18:24:44.276" v="515" actId="14100"/>
          <ac:picMkLst>
            <pc:docMk/>
            <pc:sldMk cId="1203112355" sldId="257"/>
            <ac:picMk id="6" creationId="{6D841A15-33FD-AD9C-E911-36C19D300D08}"/>
          </ac:picMkLst>
        </pc:picChg>
        <pc:picChg chg="mod">
          <ac:chgData name="Khizar Irshad Chaudhry" userId="59d5709b-c5d7-4b85-9556-fb8cf7abbe1c" providerId="ADAL" clId="{F92AF2FE-E748-4C08-A23C-B68C8214D1D6}" dt="2026-01-18T18:24:52.092" v="516" actId="14100"/>
          <ac:picMkLst>
            <pc:docMk/>
            <pc:sldMk cId="1203112355" sldId="257"/>
            <ac:picMk id="1028" creationId="{C8CD1C77-2E88-E4BB-789A-18107B36AF0B}"/>
          </ac:picMkLst>
        </pc:picChg>
      </pc:sldChg>
      <pc:sldChg chg="new del">
        <pc:chgData name="Khizar Irshad Chaudhry" userId="59d5709b-c5d7-4b85-9556-fb8cf7abbe1c" providerId="ADAL" clId="{F92AF2FE-E748-4C08-A23C-B68C8214D1D6}" dt="2026-01-18T18:19:46.387" v="505" actId="47"/>
        <pc:sldMkLst>
          <pc:docMk/>
          <pc:sldMk cId="2747071408" sldId="257"/>
        </pc:sldMkLst>
      </pc:sldChg>
      <pc:sldChg chg="addSp modSp add mod ord">
        <pc:chgData name="Khizar Irshad Chaudhry" userId="59d5709b-c5d7-4b85-9556-fb8cf7abbe1c" providerId="ADAL" clId="{F92AF2FE-E748-4C08-A23C-B68C8214D1D6}" dt="2026-01-18T23:15:27.853" v="2841" actId="790"/>
        <pc:sldMkLst>
          <pc:docMk/>
          <pc:sldMk cId="3159618509" sldId="258"/>
        </pc:sldMkLst>
        <pc:spChg chg="mod">
          <ac:chgData name="Khizar Irshad Chaudhry" userId="59d5709b-c5d7-4b85-9556-fb8cf7abbe1c" providerId="ADAL" clId="{F92AF2FE-E748-4C08-A23C-B68C8214D1D6}" dt="2026-01-18T23:15:27.853" v="2841" actId="790"/>
          <ac:spMkLst>
            <pc:docMk/>
            <pc:sldMk cId="3159618509" sldId="258"/>
            <ac:spMk id="2" creationId="{F94D9AF3-26E8-7045-72B3-99568F930C5C}"/>
          </ac:spMkLst>
        </pc:spChg>
        <pc:spChg chg="add mod">
          <ac:chgData name="Khizar Irshad Chaudhry" userId="59d5709b-c5d7-4b85-9556-fb8cf7abbe1c" providerId="ADAL" clId="{F92AF2FE-E748-4C08-A23C-B68C8214D1D6}" dt="2026-01-18T23:15:27.853" v="2841" actId="790"/>
          <ac:spMkLst>
            <pc:docMk/>
            <pc:sldMk cId="3159618509" sldId="258"/>
            <ac:spMk id="3" creationId="{E56CDA24-C420-B123-63F6-2F7B93EE1C04}"/>
          </ac:spMkLst>
        </pc:spChg>
        <pc:spChg chg="mod">
          <ac:chgData name="Khizar Irshad Chaudhry" userId="59d5709b-c5d7-4b85-9556-fb8cf7abbe1c" providerId="ADAL" clId="{F92AF2FE-E748-4C08-A23C-B68C8214D1D6}" dt="2026-01-18T23:15:27.853" v="2841" actId="790"/>
          <ac:spMkLst>
            <pc:docMk/>
            <pc:sldMk cId="3159618509" sldId="258"/>
            <ac:spMk id="10" creationId="{917F880A-822F-D38D-B9C3-94795E77661B}"/>
          </ac:spMkLst>
        </pc:spChg>
      </pc:sldChg>
      <pc:sldChg chg="new del">
        <pc:chgData name="Khizar Irshad Chaudhry" userId="59d5709b-c5d7-4b85-9556-fb8cf7abbe1c" providerId="ADAL" clId="{F92AF2FE-E748-4C08-A23C-B68C8214D1D6}" dt="2026-01-18T18:30:25.399" v="810" actId="680"/>
        <pc:sldMkLst>
          <pc:docMk/>
          <pc:sldMk cId="3600394012" sldId="258"/>
        </pc:sldMkLst>
      </pc:sldChg>
      <pc:sldChg chg="addSp delSp modSp add mod">
        <pc:chgData name="Khizar Irshad Chaudhry" userId="59d5709b-c5d7-4b85-9556-fb8cf7abbe1c" providerId="ADAL" clId="{F92AF2FE-E748-4C08-A23C-B68C8214D1D6}" dt="2026-01-18T23:15:27.853" v="2841" actId="790"/>
        <pc:sldMkLst>
          <pc:docMk/>
          <pc:sldMk cId="2700191939" sldId="259"/>
        </pc:sldMkLst>
        <pc:spChg chg="del">
          <ac:chgData name="Khizar Irshad Chaudhry" userId="59d5709b-c5d7-4b85-9556-fb8cf7abbe1c" providerId="ADAL" clId="{F92AF2FE-E748-4C08-A23C-B68C8214D1D6}" dt="2026-01-18T19:45:03.227" v="1613" actId="478"/>
          <ac:spMkLst>
            <pc:docMk/>
            <pc:sldMk cId="2700191939" sldId="259"/>
            <ac:spMk id="2" creationId="{12E26916-72D5-8969-1397-2EBC6C2BB9E3}"/>
          </ac:spMkLst>
        </pc:spChg>
        <pc:spChg chg="add del mod">
          <ac:chgData name="Khizar Irshad Chaudhry" userId="59d5709b-c5d7-4b85-9556-fb8cf7abbe1c" providerId="ADAL" clId="{F92AF2FE-E748-4C08-A23C-B68C8214D1D6}" dt="2026-01-18T19:45:05.913" v="1614" actId="478"/>
          <ac:spMkLst>
            <pc:docMk/>
            <pc:sldMk cId="2700191939" sldId="259"/>
            <ac:spMk id="4" creationId="{C537A345-DE70-78FD-2A75-F54EE2A32EBB}"/>
          </ac:spMkLst>
        </pc:spChg>
        <pc:spChg chg="add del">
          <ac:chgData name="Khizar Irshad Chaudhry" userId="59d5709b-c5d7-4b85-9556-fb8cf7abbe1c" providerId="ADAL" clId="{F92AF2FE-E748-4C08-A23C-B68C8214D1D6}" dt="2026-01-18T20:35:12.311" v="1795" actId="478"/>
          <ac:spMkLst>
            <pc:docMk/>
            <pc:sldMk cId="2700191939" sldId="259"/>
            <ac:spMk id="8" creationId="{79CF5C92-79AF-128F-2E45-3AE1F18478C4}"/>
          </ac:spMkLst>
        </pc:spChg>
        <pc:spChg chg="mod">
          <ac:chgData name="Khizar Irshad Chaudhry" userId="59d5709b-c5d7-4b85-9556-fb8cf7abbe1c" providerId="ADAL" clId="{F92AF2FE-E748-4C08-A23C-B68C8214D1D6}" dt="2026-01-18T23:15:27.853" v="2841" actId="790"/>
          <ac:spMkLst>
            <pc:docMk/>
            <pc:sldMk cId="2700191939" sldId="259"/>
            <ac:spMk id="10" creationId="{C93FA0C4-620B-C94C-3DEF-441EE7A2EC5D}"/>
          </ac:spMkLst>
        </pc:spChg>
        <pc:spChg chg="del mod">
          <ac:chgData name="Khizar Irshad Chaudhry" userId="59d5709b-c5d7-4b85-9556-fb8cf7abbe1c" providerId="ADAL" clId="{F92AF2FE-E748-4C08-A23C-B68C8214D1D6}" dt="2026-01-18T23:11:42.709" v="2745" actId="478"/>
          <ac:spMkLst>
            <pc:docMk/>
            <pc:sldMk cId="2700191939" sldId="259"/>
            <ac:spMk id="11" creationId="{CDC78B83-A7DE-AF3A-7186-F994382060EE}"/>
          </ac:spMkLst>
        </pc:spChg>
        <pc:spChg chg="add mod">
          <ac:chgData name="Khizar Irshad Chaudhry" userId="59d5709b-c5d7-4b85-9556-fb8cf7abbe1c" providerId="ADAL" clId="{F92AF2FE-E748-4C08-A23C-B68C8214D1D6}" dt="2026-01-18T23:15:27.853" v="2841" actId="790"/>
          <ac:spMkLst>
            <pc:docMk/>
            <pc:sldMk cId="2700191939" sldId="259"/>
            <ac:spMk id="14" creationId="{03D1B176-F212-2493-B065-CAF74E747E44}"/>
          </ac:spMkLst>
        </pc:spChg>
        <pc:spChg chg="add mod">
          <ac:chgData name="Khizar Irshad Chaudhry" userId="59d5709b-c5d7-4b85-9556-fb8cf7abbe1c" providerId="ADAL" clId="{F92AF2FE-E748-4C08-A23C-B68C8214D1D6}" dt="2026-01-18T23:15:27.853" v="2841" actId="790"/>
          <ac:spMkLst>
            <pc:docMk/>
            <pc:sldMk cId="2700191939" sldId="259"/>
            <ac:spMk id="15" creationId="{D90988BD-B0DB-C2CD-425C-B2018094F513}"/>
          </ac:spMkLst>
        </pc:spChg>
        <pc:picChg chg="add del mod">
          <ac:chgData name="Khizar Irshad Chaudhry" userId="59d5709b-c5d7-4b85-9556-fb8cf7abbe1c" providerId="ADAL" clId="{F92AF2FE-E748-4C08-A23C-B68C8214D1D6}" dt="2026-01-18T20:35:09.888" v="1793" actId="478"/>
          <ac:picMkLst>
            <pc:docMk/>
            <pc:sldMk cId="2700191939" sldId="259"/>
            <ac:picMk id="7" creationId="{78252182-B63A-B5D0-1985-EA2D291A4317}"/>
          </ac:picMkLst>
        </pc:picChg>
        <pc:picChg chg="add mod modCrop">
          <ac:chgData name="Khizar Irshad Chaudhry" userId="59d5709b-c5d7-4b85-9556-fb8cf7abbe1c" providerId="ADAL" clId="{F92AF2FE-E748-4C08-A23C-B68C8214D1D6}" dt="2026-01-18T20:45:58.253" v="1961" actId="1076"/>
          <ac:picMkLst>
            <pc:docMk/>
            <pc:sldMk cId="2700191939" sldId="259"/>
            <ac:picMk id="12" creationId="{EA5C7EA6-6E2A-24B6-A8A0-8A0B29EBE98D}"/>
          </ac:picMkLst>
        </pc:picChg>
        <pc:picChg chg="add mod modCrop">
          <ac:chgData name="Khizar Irshad Chaudhry" userId="59d5709b-c5d7-4b85-9556-fb8cf7abbe1c" providerId="ADAL" clId="{F92AF2FE-E748-4C08-A23C-B68C8214D1D6}" dt="2026-01-18T20:45:56.064" v="1960" actId="1076"/>
          <ac:picMkLst>
            <pc:docMk/>
            <pc:sldMk cId="2700191939" sldId="259"/>
            <ac:picMk id="13" creationId="{B875803D-4A94-CF77-B4CF-2D3004886349}"/>
          </ac:picMkLst>
        </pc:picChg>
        <pc:picChg chg="add del">
          <ac:chgData name="Khizar Irshad Chaudhry" userId="59d5709b-c5d7-4b85-9556-fb8cf7abbe1c" providerId="ADAL" clId="{F92AF2FE-E748-4C08-A23C-B68C8214D1D6}" dt="2026-01-18T20:33:34.161" v="1787" actId="21"/>
          <ac:picMkLst>
            <pc:docMk/>
            <pc:sldMk cId="2700191939" sldId="259"/>
            <ac:picMk id="2050" creationId="{CEC99C63-35A8-04E7-8A94-9EB19D987BFF}"/>
          </ac:picMkLst>
        </pc:picChg>
      </pc:sldChg>
      <pc:sldChg chg="addSp delSp modSp add mod">
        <pc:chgData name="Khizar Irshad Chaudhry" userId="59d5709b-c5d7-4b85-9556-fb8cf7abbe1c" providerId="ADAL" clId="{F92AF2FE-E748-4C08-A23C-B68C8214D1D6}" dt="2026-01-18T23:15:27.853" v="2841" actId="790"/>
        <pc:sldMkLst>
          <pc:docMk/>
          <pc:sldMk cId="2998402928" sldId="260"/>
        </pc:sldMkLst>
        <pc:spChg chg="add mod">
          <ac:chgData name="Khizar Irshad Chaudhry" userId="59d5709b-c5d7-4b85-9556-fb8cf7abbe1c" providerId="ADAL" clId="{F92AF2FE-E748-4C08-A23C-B68C8214D1D6}" dt="2026-01-18T23:15:27.853" v="2841" actId="790"/>
          <ac:spMkLst>
            <pc:docMk/>
            <pc:sldMk cId="2998402928" sldId="260"/>
            <ac:spMk id="4" creationId="{755E9E5D-9327-79D8-9C13-89E777640611}"/>
          </ac:spMkLst>
        </pc:spChg>
        <pc:spChg chg="add mod">
          <ac:chgData name="Khizar Irshad Chaudhry" userId="59d5709b-c5d7-4b85-9556-fb8cf7abbe1c" providerId="ADAL" clId="{F92AF2FE-E748-4C08-A23C-B68C8214D1D6}" dt="2026-01-18T23:15:27.853" v="2841" actId="790"/>
          <ac:spMkLst>
            <pc:docMk/>
            <pc:sldMk cId="2998402928" sldId="260"/>
            <ac:spMk id="5" creationId="{720E20DE-3FD4-A2F9-C875-4FC3246FF1D8}"/>
          </ac:spMkLst>
        </pc:spChg>
        <pc:spChg chg="add mod">
          <ac:chgData name="Khizar Irshad Chaudhry" userId="59d5709b-c5d7-4b85-9556-fb8cf7abbe1c" providerId="ADAL" clId="{F92AF2FE-E748-4C08-A23C-B68C8214D1D6}" dt="2026-01-18T23:15:27.853" v="2841" actId="790"/>
          <ac:spMkLst>
            <pc:docMk/>
            <pc:sldMk cId="2998402928" sldId="260"/>
            <ac:spMk id="7" creationId="{D9D4F84D-B014-BA06-E4C2-CECC2DBF06BA}"/>
          </ac:spMkLst>
        </pc:spChg>
        <pc:spChg chg="mod">
          <ac:chgData name="Khizar Irshad Chaudhry" userId="59d5709b-c5d7-4b85-9556-fb8cf7abbe1c" providerId="ADAL" clId="{F92AF2FE-E748-4C08-A23C-B68C8214D1D6}" dt="2026-01-18T23:15:27.853" v="2841" actId="790"/>
          <ac:spMkLst>
            <pc:docMk/>
            <pc:sldMk cId="2998402928" sldId="260"/>
            <ac:spMk id="10" creationId="{963CE922-CD0D-6172-6501-E5A009DB2F4C}"/>
          </ac:spMkLst>
        </pc:spChg>
        <pc:spChg chg="del">
          <ac:chgData name="Khizar Irshad Chaudhry" userId="59d5709b-c5d7-4b85-9556-fb8cf7abbe1c" providerId="ADAL" clId="{F92AF2FE-E748-4C08-A23C-B68C8214D1D6}" dt="2026-01-18T23:11:39.439" v="2744" actId="478"/>
          <ac:spMkLst>
            <pc:docMk/>
            <pc:sldMk cId="2998402928" sldId="260"/>
            <ac:spMk id="11" creationId="{D460991C-CFDE-FA41-EB79-AA9E03997953}"/>
          </ac:spMkLst>
        </pc:spChg>
        <pc:picChg chg="add mod">
          <ac:chgData name="Khizar Irshad Chaudhry" userId="59d5709b-c5d7-4b85-9556-fb8cf7abbe1c" providerId="ADAL" clId="{F92AF2FE-E748-4C08-A23C-B68C8214D1D6}" dt="2026-01-18T20:38:24.155" v="1830" actId="29295"/>
          <ac:picMkLst>
            <pc:docMk/>
            <pc:sldMk cId="2998402928" sldId="260"/>
            <ac:picMk id="2" creationId="{B02EC3E0-4E9C-3D44-42B0-81DB501DE799}"/>
          </ac:picMkLst>
        </pc:picChg>
        <pc:picChg chg="add mod">
          <ac:chgData name="Khizar Irshad Chaudhry" userId="59d5709b-c5d7-4b85-9556-fb8cf7abbe1c" providerId="ADAL" clId="{F92AF2FE-E748-4C08-A23C-B68C8214D1D6}" dt="2026-01-18T20:38:24.155" v="1830" actId="29295"/>
          <ac:picMkLst>
            <pc:docMk/>
            <pc:sldMk cId="2998402928" sldId="260"/>
            <ac:picMk id="3" creationId="{9C70EC8F-05DC-DC75-1BE1-4C61BB1D1F45}"/>
          </ac:picMkLst>
        </pc:picChg>
        <pc:picChg chg="mod">
          <ac:chgData name="Khizar Irshad Chaudhry" userId="59d5709b-c5d7-4b85-9556-fb8cf7abbe1c" providerId="ADAL" clId="{F92AF2FE-E748-4C08-A23C-B68C8214D1D6}" dt="2026-01-18T20:38:24.155" v="1830" actId="29295"/>
          <ac:picMkLst>
            <pc:docMk/>
            <pc:sldMk cId="2998402928" sldId="260"/>
            <ac:picMk id="12" creationId="{80EE9D9E-83CB-A4A9-2972-E05BA039D05A}"/>
          </ac:picMkLst>
        </pc:picChg>
        <pc:picChg chg="mod">
          <ac:chgData name="Khizar Irshad Chaudhry" userId="59d5709b-c5d7-4b85-9556-fb8cf7abbe1c" providerId="ADAL" clId="{F92AF2FE-E748-4C08-A23C-B68C8214D1D6}" dt="2026-01-18T20:38:24.155" v="1830" actId="29295"/>
          <ac:picMkLst>
            <pc:docMk/>
            <pc:sldMk cId="2998402928" sldId="260"/>
            <ac:picMk id="13" creationId="{6754488D-A7FB-EBD3-ED7D-1EF14B380835}"/>
          </ac:picMkLst>
        </pc:picChg>
      </pc:sldChg>
      <pc:sldChg chg="addSp delSp modSp add mod">
        <pc:chgData name="Khizar Irshad Chaudhry" userId="59d5709b-c5d7-4b85-9556-fb8cf7abbe1c" providerId="ADAL" clId="{F92AF2FE-E748-4C08-A23C-B68C8214D1D6}" dt="2026-01-18T23:15:27.853" v="2841" actId="790"/>
        <pc:sldMkLst>
          <pc:docMk/>
          <pc:sldMk cId="1215567806" sldId="261"/>
        </pc:sldMkLst>
        <pc:spChg chg="del">
          <ac:chgData name="Khizar Irshad Chaudhry" userId="59d5709b-c5d7-4b85-9556-fb8cf7abbe1c" providerId="ADAL" clId="{F92AF2FE-E748-4C08-A23C-B68C8214D1D6}" dt="2026-01-18T21:07:48.082" v="2020" actId="478"/>
          <ac:spMkLst>
            <pc:docMk/>
            <pc:sldMk cId="1215567806" sldId="261"/>
            <ac:spMk id="4" creationId="{701EB8E5-41CF-4EB2-F137-AF118F55A6D3}"/>
          </ac:spMkLst>
        </pc:spChg>
        <pc:spChg chg="del">
          <ac:chgData name="Khizar Irshad Chaudhry" userId="59d5709b-c5d7-4b85-9556-fb8cf7abbe1c" providerId="ADAL" clId="{F92AF2FE-E748-4C08-A23C-B68C8214D1D6}" dt="2026-01-18T21:07:53.057" v="2022" actId="478"/>
          <ac:spMkLst>
            <pc:docMk/>
            <pc:sldMk cId="1215567806" sldId="261"/>
            <ac:spMk id="5" creationId="{18BEB4F6-5647-3D71-87A7-5B9C2022C25B}"/>
          </ac:spMkLst>
        </pc:spChg>
        <pc:spChg chg="del">
          <ac:chgData name="Khizar Irshad Chaudhry" userId="59d5709b-c5d7-4b85-9556-fb8cf7abbe1c" providerId="ADAL" clId="{F92AF2FE-E748-4C08-A23C-B68C8214D1D6}" dt="2026-01-18T21:07:50.539" v="2021" actId="478"/>
          <ac:spMkLst>
            <pc:docMk/>
            <pc:sldMk cId="1215567806" sldId="261"/>
            <ac:spMk id="7" creationId="{26041C60-B936-3453-6CC4-91368EF5B9E5}"/>
          </ac:spMkLst>
        </pc:spChg>
        <pc:spChg chg="add mod">
          <ac:chgData name="Khizar Irshad Chaudhry" userId="59d5709b-c5d7-4b85-9556-fb8cf7abbe1c" providerId="ADAL" clId="{F92AF2FE-E748-4C08-A23C-B68C8214D1D6}" dt="2026-01-18T23:15:27.853" v="2841" actId="790"/>
          <ac:spMkLst>
            <pc:docMk/>
            <pc:sldMk cId="1215567806" sldId="261"/>
            <ac:spMk id="8" creationId="{0A68ECFC-2989-95CB-22F5-747C60CBC1AC}"/>
          </ac:spMkLst>
        </pc:spChg>
        <pc:spChg chg="add mod">
          <ac:chgData name="Khizar Irshad Chaudhry" userId="59d5709b-c5d7-4b85-9556-fb8cf7abbe1c" providerId="ADAL" clId="{F92AF2FE-E748-4C08-A23C-B68C8214D1D6}" dt="2026-01-18T23:15:27.853" v="2841" actId="790"/>
          <ac:spMkLst>
            <pc:docMk/>
            <pc:sldMk cId="1215567806" sldId="261"/>
            <ac:spMk id="9" creationId="{E84A20F9-7C57-D73F-C4AF-6D917506EA96}"/>
          </ac:spMkLst>
        </pc:spChg>
        <pc:spChg chg="mod">
          <ac:chgData name="Khizar Irshad Chaudhry" userId="59d5709b-c5d7-4b85-9556-fb8cf7abbe1c" providerId="ADAL" clId="{F92AF2FE-E748-4C08-A23C-B68C8214D1D6}" dt="2026-01-18T23:15:27.853" v="2841" actId="790"/>
          <ac:spMkLst>
            <pc:docMk/>
            <pc:sldMk cId="1215567806" sldId="261"/>
            <ac:spMk id="10" creationId="{2332AA44-826C-F2DB-413F-1FFBCE75C3E5}"/>
          </ac:spMkLst>
        </pc:spChg>
        <pc:spChg chg="del">
          <ac:chgData name="Khizar Irshad Chaudhry" userId="59d5709b-c5d7-4b85-9556-fb8cf7abbe1c" providerId="ADAL" clId="{F92AF2FE-E748-4C08-A23C-B68C8214D1D6}" dt="2026-01-18T23:11:37.085" v="2743" actId="478"/>
          <ac:spMkLst>
            <pc:docMk/>
            <pc:sldMk cId="1215567806" sldId="261"/>
            <ac:spMk id="11" creationId="{1BE93E05-BC7F-685D-AF2D-A1DC80E42B04}"/>
          </ac:spMkLst>
        </pc:spChg>
        <pc:picChg chg="add del mod">
          <ac:chgData name="Khizar Irshad Chaudhry" userId="59d5709b-c5d7-4b85-9556-fb8cf7abbe1c" providerId="ADAL" clId="{F92AF2FE-E748-4C08-A23C-B68C8214D1D6}" dt="2026-01-18T21:18:21.152" v="2068" actId="478"/>
          <ac:picMkLst>
            <pc:docMk/>
            <pc:sldMk cId="1215567806" sldId="261"/>
            <ac:picMk id="2" creationId="{5F2436B3-D31E-DB6E-4FB5-9C3C5276262E}"/>
          </ac:picMkLst>
        </pc:picChg>
        <pc:picChg chg="add del mod">
          <ac:chgData name="Khizar Irshad Chaudhry" userId="59d5709b-c5d7-4b85-9556-fb8cf7abbe1c" providerId="ADAL" clId="{F92AF2FE-E748-4C08-A23C-B68C8214D1D6}" dt="2026-01-18T21:18:16.999" v="2066" actId="1076"/>
          <ac:picMkLst>
            <pc:docMk/>
            <pc:sldMk cId="1215567806" sldId="261"/>
            <ac:picMk id="3" creationId="{A512D23D-816C-91B1-84B0-B8FE98A54E14}"/>
          </ac:picMkLst>
        </pc:picChg>
        <pc:picChg chg="del">
          <ac:chgData name="Khizar Irshad Chaudhry" userId="59d5709b-c5d7-4b85-9556-fb8cf7abbe1c" providerId="ADAL" clId="{F92AF2FE-E748-4C08-A23C-B68C8214D1D6}" dt="2026-01-18T21:18:19.374" v="2067" actId="478"/>
          <ac:picMkLst>
            <pc:docMk/>
            <pc:sldMk cId="1215567806" sldId="261"/>
            <ac:picMk id="13" creationId="{8F3255EA-C7DC-C55B-E6D0-4A897B5D6CA4}"/>
          </ac:picMkLst>
        </pc:picChg>
      </pc:sldChg>
      <pc:sldChg chg="addSp delSp modSp add mod">
        <pc:chgData name="Khizar Irshad Chaudhry" userId="59d5709b-c5d7-4b85-9556-fb8cf7abbe1c" providerId="ADAL" clId="{F92AF2FE-E748-4C08-A23C-B68C8214D1D6}" dt="2026-01-19T00:57:50.056" v="4091" actId="1076"/>
        <pc:sldMkLst>
          <pc:docMk/>
          <pc:sldMk cId="13698871" sldId="262"/>
        </pc:sldMkLst>
        <pc:spChg chg="add mod">
          <ac:chgData name="Khizar Irshad Chaudhry" userId="59d5709b-c5d7-4b85-9556-fb8cf7abbe1c" providerId="ADAL" clId="{F92AF2FE-E748-4C08-A23C-B68C8214D1D6}" dt="2026-01-18T23:15:27.853" v="2841" actId="790"/>
          <ac:spMkLst>
            <pc:docMk/>
            <pc:sldMk cId="13698871" sldId="262"/>
            <ac:spMk id="2" creationId="{9787C639-2D85-5235-0C54-1FE207134FE8}"/>
          </ac:spMkLst>
        </pc:spChg>
        <pc:spChg chg="add mod">
          <ac:chgData name="Khizar Irshad Chaudhry" userId="59d5709b-c5d7-4b85-9556-fb8cf7abbe1c" providerId="ADAL" clId="{F92AF2FE-E748-4C08-A23C-B68C8214D1D6}" dt="2026-01-18T23:15:27.853" v="2841" actId="790"/>
          <ac:spMkLst>
            <pc:docMk/>
            <pc:sldMk cId="13698871" sldId="262"/>
            <ac:spMk id="4" creationId="{28D1EA70-8EE2-8277-9F20-8F79D431E283}"/>
          </ac:spMkLst>
        </pc:spChg>
        <pc:spChg chg="add mod">
          <ac:chgData name="Khizar Irshad Chaudhry" userId="59d5709b-c5d7-4b85-9556-fb8cf7abbe1c" providerId="ADAL" clId="{F92AF2FE-E748-4C08-A23C-B68C8214D1D6}" dt="2026-01-19T00:57:50.056" v="4091" actId="1076"/>
          <ac:spMkLst>
            <pc:docMk/>
            <pc:sldMk cId="13698871" sldId="262"/>
            <ac:spMk id="5" creationId="{8E8262F3-680B-A2F5-EA4E-43E2653209A9}"/>
          </ac:spMkLst>
        </pc:spChg>
        <pc:spChg chg="mod">
          <ac:chgData name="Khizar Irshad Chaudhry" userId="59d5709b-c5d7-4b85-9556-fb8cf7abbe1c" providerId="ADAL" clId="{F92AF2FE-E748-4C08-A23C-B68C8214D1D6}" dt="2026-01-19T00:57:46.111" v="4090" actId="1076"/>
          <ac:spMkLst>
            <pc:docMk/>
            <pc:sldMk cId="13698871" sldId="262"/>
            <ac:spMk id="8" creationId="{CAE3342E-5383-1E74-CBD6-A73987A253F8}"/>
          </ac:spMkLst>
        </pc:spChg>
        <pc:spChg chg="mod">
          <ac:chgData name="Khizar Irshad Chaudhry" userId="59d5709b-c5d7-4b85-9556-fb8cf7abbe1c" providerId="ADAL" clId="{F92AF2FE-E748-4C08-A23C-B68C8214D1D6}" dt="2026-01-18T23:18:34.553" v="2917" actId="1076"/>
          <ac:spMkLst>
            <pc:docMk/>
            <pc:sldMk cId="13698871" sldId="262"/>
            <ac:spMk id="9" creationId="{1CDFBCB4-3C2D-561B-AA22-F93272D8D2C3}"/>
          </ac:spMkLst>
        </pc:spChg>
        <pc:spChg chg="mod">
          <ac:chgData name="Khizar Irshad Chaudhry" userId="59d5709b-c5d7-4b85-9556-fb8cf7abbe1c" providerId="ADAL" clId="{F92AF2FE-E748-4C08-A23C-B68C8214D1D6}" dt="2026-01-18T23:15:27.853" v="2841" actId="790"/>
          <ac:spMkLst>
            <pc:docMk/>
            <pc:sldMk cId="13698871" sldId="262"/>
            <ac:spMk id="10" creationId="{DED21F72-315B-463C-3E3A-C443A79A8B59}"/>
          </ac:spMkLst>
        </pc:spChg>
        <pc:spChg chg="del">
          <ac:chgData name="Khizar Irshad Chaudhry" userId="59d5709b-c5d7-4b85-9556-fb8cf7abbe1c" providerId="ADAL" clId="{F92AF2FE-E748-4C08-A23C-B68C8214D1D6}" dt="2026-01-18T23:14:10.239" v="2746" actId="478"/>
          <ac:spMkLst>
            <pc:docMk/>
            <pc:sldMk cId="13698871" sldId="262"/>
            <ac:spMk id="11" creationId="{B0F28756-77BA-9811-D286-D70782537151}"/>
          </ac:spMkLst>
        </pc:spChg>
        <pc:picChg chg="del">
          <ac:chgData name="Khizar Irshad Chaudhry" userId="59d5709b-c5d7-4b85-9556-fb8cf7abbe1c" providerId="ADAL" clId="{F92AF2FE-E748-4C08-A23C-B68C8214D1D6}" dt="2026-01-18T23:14:46.550" v="2794" actId="478"/>
          <ac:picMkLst>
            <pc:docMk/>
            <pc:sldMk cId="13698871" sldId="262"/>
            <ac:picMk id="3" creationId="{F5C4BCC7-A943-AC06-A821-48896DA48A20}"/>
          </ac:picMkLst>
        </pc:picChg>
        <pc:picChg chg="del">
          <ac:chgData name="Khizar Irshad Chaudhry" userId="59d5709b-c5d7-4b85-9556-fb8cf7abbe1c" providerId="ADAL" clId="{F92AF2FE-E748-4C08-A23C-B68C8214D1D6}" dt="2026-01-18T23:14:13.405" v="2747" actId="478"/>
          <ac:picMkLst>
            <pc:docMk/>
            <pc:sldMk cId="13698871" sldId="262"/>
            <ac:picMk id="12" creationId="{CE1E7B78-C9E7-8C4A-90F5-9910E3858A91}"/>
          </ac:picMkLst>
        </pc:picChg>
      </pc:sldChg>
      <pc:sldChg chg="addSp delSp modSp add mod ord">
        <pc:chgData name="Khizar Irshad Chaudhry" userId="59d5709b-c5d7-4b85-9556-fb8cf7abbe1c" providerId="ADAL" clId="{F92AF2FE-E748-4C08-A23C-B68C8214D1D6}" dt="2026-01-18T23:15:27.853" v="2841" actId="790"/>
        <pc:sldMkLst>
          <pc:docMk/>
          <pc:sldMk cId="2072815826" sldId="263"/>
        </pc:sldMkLst>
        <pc:spChg chg="del">
          <ac:chgData name="Khizar Irshad Chaudhry" userId="59d5709b-c5d7-4b85-9556-fb8cf7abbe1c" providerId="ADAL" clId="{F92AF2FE-E748-4C08-A23C-B68C8214D1D6}" dt="2026-01-18T21:20:58.045" v="2156" actId="478"/>
          <ac:spMkLst>
            <pc:docMk/>
            <pc:sldMk cId="2072815826" sldId="263"/>
            <ac:spMk id="4" creationId="{69078574-70E1-243F-9AB3-3E723EB96DD4}"/>
          </ac:spMkLst>
        </pc:spChg>
        <pc:spChg chg="del">
          <ac:chgData name="Khizar Irshad Chaudhry" userId="59d5709b-c5d7-4b85-9556-fb8cf7abbe1c" providerId="ADAL" clId="{F92AF2FE-E748-4C08-A23C-B68C8214D1D6}" dt="2026-01-18T21:21:03.399" v="2158" actId="478"/>
          <ac:spMkLst>
            <pc:docMk/>
            <pc:sldMk cId="2072815826" sldId="263"/>
            <ac:spMk id="5" creationId="{C35003CE-ADC7-DA8D-F7D7-98069EAA8FA3}"/>
          </ac:spMkLst>
        </pc:spChg>
        <pc:spChg chg="del">
          <ac:chgData name="Khizar Irshad Chaudhry" userId="59d5709b-c5d7-4b85-9556-fb8cf7abbe1c" providerId="ADAL" clId="{F92AF2FE-E748-4C08-A23C-B68C8214D1D6}" dt="2026-01-18T21:21:01.105" v="2157" actId="478"/>
          <ac:spMkLst>
            <pc:docMk/>
            <pc:sldMk cId="2072815826" sldId="263"/>
            <ac:spMk id="7" creationId="{2956949D-C401-5A50-C43E-4E441F13A95B}"/>
          </ac:spMkLst>
        </pc:spChg>
        <pc:spChg chg="add mod">
          <ac:chgData name="Khizar Irshad Chaudhry" userId="59d5709b-c5d7-4b85-9556-fb8cf7abbe1c" providerId="ADAL" clId="{F92AF2FE-E748-4C08-A23C-B68C8214D1D6}" dt="2026-01-18T23:15:27.853" v="2841" actId="790"/>
          <ac:spMkLst>
            <pc:docMk/>
            <pc:sldMk cId="2072815826" sldId="263"/>
            <ac:spMk id="8" creationId="{1464D571-AE50-6B04-BC85-4728A4416C5A}"/>
          </ac:spMkLst>
        </pc:spChg>
        <pc:spChg chg="add mod">
          <ac:chgData name="Khizar Irshad Chaudhry" userId="59d5709b-c5d7-4b85-9556-fb8cf7abbe1c" providerId="ADAL" clId="{F92AF2FE-E748-4C08-A23C-B68C8214D1D6}" dt="2026-01-18T23:15:27.853" v="2841" actId="790"/>
          <ac:spMkLst>
            <pc:docMk/>
            <pc:sldMk cId="2072815826" sldId="263"/>
            <ac:spMk id="9" creationId="{E23FC858-22F4-8B0A-C1FF-153FB9999DAA}"/>
          </ac:spMkLst>
        </pc:spChg>
        <pc:spChg chg="mod">
          <ac:chgData name="Khizar Irshad Chaudhry" userId="59d5709b-c5d7-4b85-9556-fb8cf7abbe1c" providerId="ADAL" clId="{F92AF2FE-E748-4C08-A23C-B68C8214D1D6}" dt="2026-01-18T23:15:27.853" v="2841" actId="790"/>
          <ac:spMkLst>
            <pc:docMk/>
            <pc:sldMk cId="2072815826" sldId="263"/>
            <ac:spMk id="10" creationId="{C5FB5825-3C51-DF90-54E7-11DDC3802406}"/>
          </ac:spMkLst>
        </pc:spChg>
        <pc:spChg chg="del">
          <ac:chgData name="Khizar Irshad Chaudhry" userId="59d5709b-c5d7-4b85-9556-fb8cf7abbe1c" providerId="ADAL" clId="{F92AF2FE-E748-4C08-A23C-B68C8214D1D6}" dt="2026-01-18T23:11:34.382" v="2742" actId="478"/>
          <ac:spMkLst>
            <pc:docMk/>
            <pc:sldMk cId="2072815826" sldId="263"/>
            <ac:spMk id="11" creationId="{F4F0007F-2232-FCF1-697C-1AB6B2404CA2}"/>
          </ac:spMkLst>
        </pc:spChg>
      </pc:sldChg>
      <pc:sldChg chg="addSp delSp modSp add mod">
        <pc:chgData name="Khizar Irshad Chaudhry" userId="59d5709b-c5d7-4b85-9556-fb8cf7abbe1c" providerId="ADAL" clId="{F92AF2FE-E748-4C08-A23C-B68C8214D1D6}" dt="2026-01-18T23:15:27.853" v="2841" actId="790"/>
        <pc:sldMkLst>
          <pc:docMk/>
          <pc:sldMk cId="754497739" sldId="264"/>
        </pc:sldMkLst>
        <pc:spChg chg="add del">
          <ac:chgData name="Khizar Irshad Chaudhry" userId="59d5709b-c5d7-4b85-9556-fb8cf7abbe1c" providerId="ADAL" clId="{F92AF2FE-E748-4C08-A23C-B68C8214D1D6}" dt="2026-01-18T22:18:02.783" v="2362" actId="478"/>
          <ac:spMkLst>
            <pc:docMk/>
            <pc:sldMk cId="754497739" sldId="264"/>
            <ac:spMk id="8" creationId="{63CCB45D-3937-3A12-B813-2A2A1BE06476}"/>
          </ac:spMkLst>
        </pc:spChg>
        <pc:spChg chg="add del mod">
          <ac:chgData name="Khizar Irshad Chaudhry" userId="59d5709b-c5d7-4b85-9556-fb8cf7abbe1c" providerId="ADAL" clId="{F92AF2FE-E748-4C08-A23C-B68C8214D1D6}" dt="2026-01-18T23:15:27.853" v="2841" actId="790"/>
          <ac:spMkLst>
            <pc:docMk/>
            <pc:sldMk cId="754497739" sldId="264"/>
            <ac:spMk id="9" creationId="{F364883F-5AE0-DB54-1D97-FED458B43EFE}"/>
          </ac:spMkLst>
        </pc:spChg>
        <pc:spChg chg="mod">
          <ac:chgData name="Khizar Irshad Chaudhry" userId="59d5709b-c5d7-4b85-9556-fb8cf7abbe1c" providerId="ADAL" clId="{F92AF2FE-E748-4C08-A23C-B68C8214D1D6}" dt="2026-01-18T23:15:27.853" v="2841" actId="790"/>
          <ac:spMkLst>
            <pc:docMk/>
            <pc:sldMk cId="754497739" sldId="264"/>
            <ac:spMk id="10" creationId="{53105C1D-B3B2-0D24-532F-7C2A798AF738}"/>
          </ac:spMkLst>
        </pc:spChg>
        <pc:spChg chg="del">
          <ac:chgData name="Khizar Irshad Chaudhry" userId="59d5709b-c5d7-4b85-9556-fb8cf7abbe1c" providerId="ADAL" clId="{F92AF2FE-E748-4C08-A23C-B68C8214D1D6}" dt="2026-01-18T23:11:29.620" v="2741" actId="478"/>
          <ac:spMkLst>
            <pc:docMk/>
            <pc:sldMk cId="754497739" sldId="264"/>
            <ac:spMk id="11" creationId="{3F41DC54-D1A1-D38F-F51F-1725492200FD}"/>
          </ac:spMkLst>
        </pc:spChg>
        <pc:picChg chg="add del">
          <ac:chgData name="Khizar Irshad Chaudhry" userId="59d5709b-c5d7-4b85-9556-fb8cf7abbe1c" providerId="ADAL" clId="{F92AF2FE-E748-4C08-A23C-B68C8214D1D6}" dt="2026-01-18T22:17:55.953" v="2360" actId="478"/>
          <ac:picMkLst>
            <pc:docMk/>
            <pc:sldMk cId="754497739" sldId="264"/>
            <ac:picMk id="2" creationId="{37CDA8BB-B709-1396-9EC1-9D0DB86ED877}"/>
          </ac:picMkLst>
        </pc:picChg>
        <pc:picChg chg="del">
          <ac:chgData name="Khizar Irshad Chaudhry" userId="59d5709b-c5d7-4b85-9556-fb8cf7abbe1c" providerId="ADAL" clId="{F92AF2FE-E748-4C08-A23C-B68C8214D1D6}" dt="2026-01-18T22:17:57.953" v="2361" actId="478"/>
          <ac:picMkLst>
            <pc:docMk/>
            <pc:sldMk cId="754497739" sldId="264"/>
            <ac:picMk id="12" creationId="{33DC7945-02B9-851F-5A01-D8883F90AA87}"/>
          </ac:picMkLst>
        </pc:picChg>
      </pc:sldChg>
      <pc:sldChg chg="addSp delSp modSp add mod modTransition">
        <pc:chgData name="Khizar Irshad Chaudhry" userId="59d5709b-c5d7-4b85-9556-fb8cf7abbe1c" providerId="ADAL" clId="{F92AF2FE-E748-4C08-A23C-B68C8214D1D6}" dt="2026-01-18T23:15:27.853" v="2841" actId="790"/>
        <pc:sldMkLst>
          <pc:docMk/>
          <pc:sldMk cId="2823032624" sldId="265"/>
        </pc:sldMkLst>
        <pc:spChg chg="add mod">
          <ac:chgData name="Khizar Irshad Chaudhry" userId="59d5709b-c5d7-4b85-9556-fb8cf7abbe1c" providerId="ADAL" clId="{F92AF2FE-E748-4C08-A23C-B68C8214D1D6}" dt="2026-01-18T23:15:27.853" v="2841" actId="790"/>
          <ac:spMkLst>
            <pc:docMk/>
            <pc:sldMk cId="2823032624" sldId="265"/>
            <ac:spMk id="7" creationId="{70C04DF4-A3DB-B1CF-B84F-A3E3B162811F}"/>
          </ac:spMkLst>
        </pc:spChg>
        <pc:spChg chg="mod">
          <ac:chgData name="Khizar Irshad Chaudhry" userId="59d5709b-c5d7-4b85-9556-fb8cf7abbe1c" providerId="ADAL" clId="{F92AF2FE-E748-4C08-A23C-B68C8214D1D6}" dt="2026-01-18T23:15:27.853" v="2841" actId="790"/>
          <ac:spMkLst>
            <pc:docMk/>
            <pc:sldMk cId="2823032624" sldId="265"/>
            <ac:spMk id="9" creationId="{338728A5-6666-CE5F-A73C-925BC9391DEF}"/>
          </ac:spMkLst>
        </pc:spChg>
        <pc:spChg chg="mod">
          <ac:chgData name="Khizar Irshad Chaudhry" userId="59d5709b-c5d7-4b85-9556-fb8cf7abbe1c" providerId="ADAL" clId="{F92AF2FE-E748-4C08-A23C-B68C8214D1D6}" dt="2026-01-18T23:15:27.853" v="2841" actId="790"/>
          <ac:spMkLst>
            <pc:docMk/>
            <pc:sldMk cId="2823032624" sldId="265"/>
            <ac:spMk id="10" creationId="{0A7320E6-798C-7F7A-A707-A2E4E07764C9}"/>
          </ac:spMkLst>
        </pc:spChg>
        <pc:spChg chg="del">
          <ac:chgData name="Khizar Irshad Chaudhry" userId="59d5709b-c5d7-4b85-9556-fb8cf7abbe1c" providerId="ADAL" clId="{F92AF2FE-E748-4C08-A23C-B68C8214D1D6}" dt="2026-01-18T23:11:25.924" v="2740" actId="478"/>
          <ac:spMkLst>
            <pc:docMk/>
            <pc:sldMk cId="2823032624" sldId="265"/>
            <ac:spMk id="11" creationId="{1DCF7453-2505-6357-05E6-3777FEFEF10C}"/>
          </ac:spMkLst>
        </pc:spChg>
        <pc:cxnChg chg="add del mod">
          <ac:chgData name="Khizar Irshad Chaudhry" userId="59d5709b-c5d7-4b85-9556-fb8cf7abbe1c" providerId="ADAL" clId="{F92AF2FE-E748-4C08-A23C-B68C8214D1D6}" dt="2026-01-18T22:26:04.953" v="2386" actId="21"/>
          <ac:cxnSpMkLst>
            <pc:docMk/>
            <pc:sldMk cId="2823032624" sldId="265"/>
            <ac:cxnSpMk id="5" creationId="{4528EAB5-50FD-33E6-65ED-DF0ADCC2B07F}"/>
          </ac:cxnSpMkLst>
        </pc:cxnChg>
      </pc:sldChg>
      <pc:sldChg chg="addSp delSp modSp add mod modTransition">
        <pc:chgData name="Khizar Irshad Chaudhry" userId="59d5709b-c5d7-4b85-9556-fb8cf7abbe1c" providerId="ADAL" clId="{F92AF2FE-E748-4C08-A23C-B68C8214D1D6}" dt="2026-01-18T23:15:27.853" v="2841" actId="790"/>
        <pc:sldMkLst>
          <pc:docMk/>
          <pc:sldMk cId="2442870357" sldId="266"/>
        </pc:sldMkLst>
        <pc:spChg chg="mod">
          <ac:chgData name="Khizar Irshad Chaudhry" userId="59d5709b-c5d7-4b85-9556-fb8cf7abbe1c" providerId="ADAL" clId="{F92AF2FE-E748-4C08-A23C-B68C8214D1D6}" dt="2026-01-18T23:15:27.853" v="2841" actId="790"/>
          <ac:spMkLst>
            <pc:docMk/>
            <pc:sldMk cId="2442870357" sldId="266"/>
            <ac:spMk id="7" creationId="{042EB671-2C77-0AAC-E36F-9874499A6B2C}"/>
          </ac:spMkLst>
        </pc:spChg>
        <pc:spChg chg="add mod">
          <ac:chgData name="Khizar Irshad Chaudhry" userId="59d5709b-c5d7-4b85-9556-fb8cf7abbe1c" providerId="ADAL" clId="{F92AF2FE-E748-4C08-A23C-B68C8214D1D6}" dt="2026-01-18T23:15:27.853" v="2841" actId="790"/>
          <ac:spMkLst>
            <pc:docMk/>
            <pc:sldMk cId="2442870357" sldId="266"/>
            <ac:spMk id="8" creationId="{6C759DD9-E4FF-5726-8836-1500B8ED9985}"/>
          </ac:spMkLst>
        </pc:spChg>
        <pc:spChg chg="mod">
          <ac:chgData name="Khizar Irshad Chaudhry" userId="59d5709b-c5d7-4b85-9556-fb8cf7abbe1c" providerId="ADAL" clId="{F92AF2FE-E748-4C08-A23C-B68C8214D1D6}" dt="2026-01-18T23:15:27.853" v="2841" actId="790"/>
          <ac:spMkLst>
            <pc:docMk/>
            <pc:sldMk cId="2442870357" sldId="266"/>
            <ac:spMk id="9" creationId="{EA9C2A25-4B1A-8CD2-190F-6E6475BBE237}"/>
          </ac:spMkLst>
        </pc:spChg>
        <pc:spChg chg="mod">
          <ac:chgData name="Khizar Irshad Chaudhry" userId="59d5709b-c5d7-4b85-9556-fb8cf7abbe1c" providerId="ADAL" clId="{F92AF2FE-E748-4C08-A23C-B68C8214D1D6}" dt="2026-01-18T23:15:27.853" v="2841" actId="790"/>
          <ac:spMkLst>
            <pc:docMk/>
            <pc:sldMk cId="2442870357" sldId="266"/>
            <ac:spMk id="10" creationId="{FD41699C-6743-6E9A-7DFF-23CC8FA98E90}"/>
          </ac:spMkLst>
        </pc:spChg>
        <pc:spChg chg="del">
          <ac:chgData name="Khizar Irshad Chaudhry" userId="59d5709b-c5d7-4b85-9556-fb8cf7abbe1c" providerId="ADAL" clId="{F92AF2FE-E748-4C08-A23C-B68C8214D1D6}" dt="2026-01-18T23:11:22.992" v="2739" actId="478"/>
          <ac:spMkLst>
            <pc:docMk/>
            <pc:sldMk cId="2442870357" sldId="266"/>
            <ac:spMk id="11" creationId="{ABF57258-CBB7-6865-09B7-D3476E95AA05}"/>
          </ac:spMkLst>
        </pc:spChg>
        <pc:spChg chg="add mod">
          <ac:chgData name="Khizar Irshad Chaudhry" userId="59d5709b-c5d7-4b85-9556-fb8cf7abbe1c" providerId="ADAL" clId="{F92AF2FE-E748-4C08-A23C-B68C8214D1D6}" dt="2026-01-18T23:15:27.853" v="2841" actId="790"/>
          <ac:spMkLst>
            <pc:docMk/>
            <pc:sldMk cId="2442870357" sldId="266"/>
            <ac:spMk id="12" creationId="{7954C439-5446-C102-DD8C-05CA268FD7E3}"/>
          </ac:spMkLst>
        </pc:spChg>
        <pc:picChg chg="add del">
          <ac:chgData name="Khizar Irshad Chaudhry" userId="59d5709b-c5d7-4b85-9556-fb8cf7abbe1c" providerId="ADAL" clId="{F92AF2FE-E748-4C08-A23C-B68C8214D1D6}" dt="2026-01-18T22:25:31.682" v="2383" actId="478"/>
          <ac:picMkLst>
            <pc:docMk/>
            <pc:sldMk cId="2442870357" sldId="266"/>
            <ac:picMk id="3" creationId="{C6165E6B-400B-63F7-2B56-978094BA3D73}"/>
          </ac:picMkLst>
        </pc:picChg>
        <pc:picChg chg="del">
          <ac:chgData name="Khizar Irshad Chaudhry" userId="59d5709b-c5d7-4b85-9556-fb8cf7abbe1c" providerId="ADAL" clId="{F92AF2FE-E748-4C08-A23C-B68C8214D1D6}" dt="2026-01-18T22:25:33.378" v="2384" actId="478"/>
          <ac:picMkLst>
            <pc:docMk/>
            <pc:sldMk cId="2442870357" sldId="266"/>
            <ac:picMk id="13" creationId="{D3691934-0D28-236D-7488-511BB97CA569}"/>
          </ac:picMkLst>
        </pc:picChg>
        <pc:cxnChg chg="add mod">
          <ac:chgData name="Khizar Irshad Chaudhry" userId="59d5709b-c5d7-4b85-9556-fb8cf7abbe1c" providerId="ADAL" clId="{F92AF2FE-E748-4C08-A23C-B68C8214D1D6}" dt="2026-01-18T22:26:10.428" v="2388"/>
          <ac:cxnSpMkLst>
            <pc:docMk/>
            <pc:sldMk cId="2442870357" sldId="266"/>
            <ac:cxnSpMk id="4" creationId="{01C1CC28-EE79-FC6E-354F-9A13B4255D21}"/>
          </ac:cxnSpMkLst>
        </pc:cxnChg>
        <pc:cxnChg chg="del mod">
          <ac:chgData name="Khizar Irshad Chaudhry" userId="59d5709b-c5d7-4b85-9556-fb8cf7abbe1c" providerId="ADAL" clId="{F92AF2FE-E748-4C08-A23C-B68C8214D1D6}" dt="2026-01-18T22:26:06.688" v="2387" actId="21"/>
          <ac:cxnSpMkLst>
            <pc:docMk/>
            <pc:sldMk cId="2442870357" sldId="266"/>
            <ac:cxnSpMk id="5" creationId="{FC96D3F7-31AB-3894-8230-6FE1DE9E39EF}"/>
          </ac:cxnSpMkLst>
        </pc:cxnChg>
      </pc:sldChg>
      <pc:sldChg chg="addSp delSp modSp add mod ord">
        <pc:chgData name="Khizar Irshad Chaudhry" userId="59d5709b-c5d7-4b85-9556-fb8cf7abbe1c" providerId="ADAL" clId="{F92AF2FE-E748-4C08-A23C-B68C8214D1D6}" dt="2026-01-18T23:15:27.853" v="2841" actId="790"/>
        <pc:sldMkLst>
          <pc:docMk/>
          <pc:sldMk cId="1081266660" sldId="267"/>
        </pc:sldMkLst>
        <pc:spChg chg="add mod">
          <ac:chgData name="Khizar Irshad Chaudhry" userId="59d5709b-c5d7-4b85-9556-fb8cf7abbe1c" providerId="ADAL" clId="{F92AF2FE-E748-4C08-A23C-B68C8214D1D6}" dt="2026-01-18T22:46:38.293" v="2541" actId="571"/>
          <ac:spMkLst>
            <pc:docMk/>
            <pc:sldMk cId="1081266660" sldId="267"/>
            <ac:spMk id="7" creationId="{BEB0803E-4FC2-97B4-E871-7EBF250EC812}"/>
          </ac:spMkLst>
        </pc:spChg>
        <pc:spChg chg="del">
          <ac:chgData name="Khizar Irshad Chaudhry" userId="59d5709b-c5d7-4b85-9556-fb8cf7abbe1c" providerId="ADAL" clId="{F92AF2FE-E748-4C08-A23C-B68C8214D1D6}" dt="2026-01-18T22:39:21.339" v="2519" actId="478"/>
          <ac:spMkLst>
            <pc:docMk/>
            <pc:sldMk cId="1081266660" sldId="267"/>
            <ac:spMk id="8" creationId="{F7F1A69B-ADFF-2052-C7C2-A3C588917EA5}"/>
          </ac:spMkLst>
        </pc:spChg>
        <pc:spChg chg="mod">
          <ac:chgData name="Khizar Irshad Chaudhry" userId="59d5709b-c5d7-4b85-9556-fb8cf7abbe1c" providerId="ADAL" clId="{F92AF2FE-E748-4C08-A23C-B68C8214D1D6}" dt="2026-01-18T23:15:27.853" v="2841" actId="790"/>
          <ac:spMkLst>
            <pc:docMk/>
            <pc:sldMk cId="1081266660" sldId="267"/>
            <ac:spMk id="9" creationId="{A61563E3-67FA-0AF1-DDD4-1A98F18D5486}"/>
          </ac:spMkLst>
        </pc:spChg>
        <pc:spChg chg="mod">
          <ac:chgData name="Khizar Irshad Chaudhry" userId="59d5709b-c5d7-4b85-9556-fb8cf7abbe1c" providerId="ADAL" clId="{F92AF2FE-E748-4C08-A23C-B68C8214D1D6}" dt="2026-01-18T23:15:27.853" v="2841" actId="790"/>
          <ac:spMkLst>
            <pc:docMk/>
            <pc:sldMk cId="1081266660" sldId="267"/>
            <ac:spMk id="10" creationId="{9E19DCC4-E5D2-CEC8-4ED5-CC923C828DB4}"/>
          </ac:spMkLst>
        </pc:spChg>
        <pc:spChg chg="del">
          <ac:chgData name="Khizar Irshad Chaudhry" userId="59d5709b-c5d7-4b85-9556-fb8cf7abbe1c" providerId="ADAL" clId="{F92AF2FE-E748-4C08-A23C-B68C8214D1D6}" dt="2026-01-18T23:11:20.097" v="2738" actId="478"/>
          <ac:spMkLst>
            <pc:docMk/>
            <pc:sldMk cId="1081266660" sldId="267"/>
            <ac:spMk id="11" creationId="{1B21516E-6EE0-D35B-A2EB-5C2B7EA20C6A}"/>
          </ac:spMkLst>
        </pc:spChg>
        <pc:spChg chg="add mod">
          <ac:chgData name="Khizar Irshad Chaudhry" userId="59d5709b-c5d7-4b85-9556-fb8cf7abbe1c" providerId="ADAL" clId="{F92AF2FE-E748-4C08-A23C-B68C8214D1D6}" dt="2026-01-18T23:15:27.853" v="2841" actId="790"/>
          <ac:spMkLst>
            <pc:docMk/>
            <pc:sldMk cId="1081266660" sldId="267"/>
            <ac:spMk id="14" creationId="{E86FCAB3-8442-C43D-7F29-58F479839823}"/>
          </ac:spMkLst>
        </pc:spChg>
        <pc:grpChg chg="add mod">
          <ac:chgData name="Khizar Irshad Chaudhry" userId="59d5709b-c5d7-4b85-9556-fb8cf7abbe1c" providerId="ADAL" clId="{F92AF2FE-E748-4C08-A23C-B68C8214D1D6}" dt="2026-01-18T22:46:20.503" v="2536" actId="1076"/>
          <ac:grpSpMkLst>
            <pc:docMk/>
            <pc:sldMk cId="1081266660" sldId="267"/>
            <ac:grpSpMk id="4" creationId="{2B7A7B63-659E-976A-BA27-BE962A87DFBF}"/>
          </ac:grpSpMkLst>
        </pc:grpChg>
        <pc:grpChg chg="add mod">
          <ac:chgData name="Khizar Irshad Chaudhry" userId="59d5709b-c5d7-4b85-9556-fb8cf7abbe1c" providerId="ADAL" clId="{F92AF2FE-E748-4C08-A23C-B68C8214D1D6}" dt="2026-01-18T22:46:23.500" v="2537" actId="1076"/>
          <ac:grpSpMkLst>
            <pc:docMk/>
            <pc:sldMk cId="1081266660" sldId="267"/>
            <ac:grpSpMk id="5" creationId="{506AB2A3-4CFB-BB57-6272-CF4820BC079F}"/>
          </ac:grpSpMkLst>
        </pc:grpChg>
        <pc:picChg chg="mod">
          <ac:chgData name="Khizar Irshad Chaudhry" userId="59d5709b-c5d7-4b85-9556-fb8cf7abbe1c" providerId="ADAL" clId="{F92AF2FE-E748-4C08-A23C-B68C8214D1D6}" dt="2026-01-18T22:46:17.494" v="2535" actId="164"/>
          <ac:picMkLst>
            <pc:docMk/>
            <pc:sldMk cId="1081266660" sldId="267"/>
            <ac:picMk id="2" creationId="{FA4EDFA7-F8F8-E54B-5F8B-3B4FC5E4A69E}"/>
          </ac:picMkLst>
        </pc:picChg>
        <pc:picChg chg="mod">
          <ac:chgData name="Khizar Irshad Chaudhry" userId="59d5709b-c5d7-4b85-9556-fb8cf7abbe1c" providerId="ADAL" clId="{F92AF2FE-E748-4C08-A23C-B68C8214D1D6}" dt="2026-01-18T22:46:13.289" v="2534" actId="164"/>
          <ac:picMkLst>
            <pc:docMk/>
            <pc:sldMk cId="1081266660" sldId="267"/>
            <ac:picMk id="3" creationId="{481EC34D-18DC-9CD8-1C30-3DCE6B358E91}"/>
          </ac:picMkLst>
        </pc:picChg>
        <pc:picChg chg="mod">
          <ac:chgData name="Khizar Irshad Chaudhry" userId="59d5709b-c5d7-4b85-9556-fb8cf7abbe1c" providerId="ADAL" clId="{F92AF2FE-E748-4C08-A23C-B68C8214D1D6}" dt="2026-01-18T22:46:17.494" v="2535" actId="164"/>
          <ac:picMkLst>
            <pc:docMk/>
            <pc:sldMk cId="1081266660" sldId="267"/>
            <ac:picMk id="12" creationId="{96DEF3AB-C1AF-1827-D725-E76B077A1EAE}"/>
          </ac:picMkLst>
        </pc:picChg>
        <pc:picChg chg="mod">
          <ac:chgData name="Khizar Irshad Chaudhry" userId="59d5709b-c5d7-4b85-9556-fb8cf7abbe1c" providerId="ADAL" clId="{F92AF2FE-E748-4C08-A23C-B68C8214D1D6}" dt="2026-01-18T22:46:13.289" v="2534" actId="164"/>
          <ac:picMkLst>
            <pc:docMk/>
            <pc:sldMk cId="1081266660" sldId="267"/>
            <ac:picMk id="13" creationId="{346F8A4B-3AB3-43E1-29CD-D0353422E0BD}"/>
          </ac:picMkLst>
        </pc:picChg>
      </pc:sldChg>
      <pc:sldChg chg="addSp delSp modSp add mod modTransition">
        <pc:chgData name="Khizar Irshad Chaudhry" userId="59d5709b-c5d7-4b85-9556-fb8cf7abbe1c" providerId="ADAL" clId="{F92AF2FE-E748-4C08-A23C-B68C8214D1D6}" dt="2026-01-19T01:38:00.904" v="4776" actId="20577"/>
        <pc:sldMkLst>
          <pc:docMk/>
          <pc:sldMk cId="3339163751" sldId="268"/>
        </pc:sldMkLst>
        <pc:spChg chg="add mod">
          <ac:chgData name="Khizar Irshad Chaudhry" userId="59d5709b-c5d7-4b85-9556-fb8cf7abbe1c" providerId="ADAL" clId="{F92AF2FE-E748-4C08-A23C-B68C8214D1D6}" dt="2026-01-18T22:47:09.168" v="2553"/>
          <ac:spMkLst>
            <pc:docMk/>
            <pc:sldMk cId="3339163751" sldId="268"/>
            <ac:spMk id="7" creationId="{CBE5FAEF-0A8F-2986-9185-E6B76AE59659}"/>
          </ac:spMkLst>
        </pc:spChg>
        <pc:spChg chg="add del mod">
          <ac:chgData name="Khizar Irshad Chaudhry" userId="59d5709b-c5d7-4b85-9556-fb8cf7abbe1c" providerId="ADAL" clId="{F92AF2FE-E748-4C08-A23C-B68C8214D1D6}" dt="2026-01-18T22:47:57.974" v="2566" actId="478"/>
          <ac:spMkLst>
            <pc:docMk/>
            <pc:sldMk cId="3339163751" sldId="268"/>
            <ac:spMk id="8" creationId="{0EB861A2-68EE-1B08-F072-2070CEF1E02E}"/>
          </ac:spMkLst>
        </pc:spChg>
        <pc:spChg chg="mod">
          <ac:chgData name="Khizar Irshad Chaudhry" userId="59d5709b-c5d7-4b85-9556-fb8cf7abbe1c" providerId="ADAL" clId="{F92AF2FE-E748-4C08-A23C-B68C8214D1D6}" dt="2026-01-18T23:15:27.853" v="2841" actId="790"/>
          <ac:spMkLst>
            <pc:docMk/>
            <pc:sldMk cId="3339163751" sldId="268"/>
            <ac:spMk id="9" creationId="{8B82742D-0134-0BF2-3F85-81BB10914E9E}"/>
          </ac:spMkLst>
        </pc:spChg>
        <pc:spChg chg="mod">
          <ac:chgData name="Khizar Irshad Chaudhry" userId="59d5709b-c5d7-4b85-9556-fb8cf7abbe1c" providerId="ADAL" clId="{F92AF2FE-E748-4C08-A23C-B68C8214D1D6}" dt="2026-01-18T23:15:27.853" v="2841" actId="790"/>
          <ac:spMkLst>
            <pc:docMk/>
            <pc:sldMk cId="3339163751" sldId="268"/>
            <ac:spMk id="10" creationId="{97913027-C9AA-5920-C277-64A6146BC964}"/>
          </ac:spMkLst>
        </pc:spChg>
        <pc:spChg chg="del">
          <ac:chgData name="Khizar Irshad Chaudhry" userId="59d5709b-c5d7-4b85-9556-fb8cf7abbe1c" providerId="ADAL" clId="{F92AF2FE-E748-4C08-A23C-B68C8214D1D6}" dt="2026-01-18T23:11:17.064" v="2737" actId="478"/>
          <ac:spMkLst>
            <pc:docMk/>
            <pc:sldMk cId="3339163751" sldId="268"/>
            <ac:spMk id="11" creationId="{047174EE-0F72-479D-8921-049F8AC5BD58}"/>
          </ac:spMkLst>
        </pc:spChg>
        <pc:spChg chg="add mod">
          <ac:chgData name="Khizar Irshad Chaudhry" userId="59d5709b-c5d7-4b85-9556-fb8cf7abbe1c" providerId="ADAL" clId="{F92AF2FE-E748-4C08-A23C-B68C8214D1D6}" dt="2026-01-18T23:15:27.853" v="2841" actId="790"/>
          <ac:spMkLst>
            <pc:docMk/>
            <pc:sldMk cId="3339163751" sldId="268"/>
            <ac:spMk id="14" creationId="{981A542D-C875-A5AB-37FB-B231510968AB}"/>
          </ac:spMkLst>
        </pc:spChg>
        <pc:spChg chg="add mod">
          <ac:chgData name="Khizar Irshad Chaudhry" userId="59d5709b-c5d7-4b85-9556-fb8cf7abbe1c" providerId="ADAL" clId="{F92AF2FE-E748-4C08-A23C-B68C8214D1D6}" dt="2026-01-18T23:15:27.853" v="2841" actId="790"/>
          <ac:spMkLst>
            <pc:docMk/>
            <pc:sldMk cId="3339163751" sldId="268"/>
            <ac:spMk id="15" creationId="{0A1B11A4-69DD-22EC-56C2-2C2588A7D27F}"/>
          </ac:spMkLst>
        </pc:spChg>
        <pc:spChg chg="add mod">
          <ac:chgData name="Khizar Irshad Chaudhry" userId="59d5709b-c5d7-4b85-9556-fb8cf7abbe1c" providerId="ADAL" clId="{F92AF2FE-E748-4C08-A23C-B68C8214D1D6}" dt="2026-01-18T23:15:27.853" v="2841" actId="790"/>
          <ac:spMkLst>
            <pc:docMk/>
            <pc:sldMk cId="3339163751" sldId="268"/>
            <ac:spMk id="16" creationId="{13A1CEC6-820C-0DA4-3450-20BB638055D3}"/>
          </ac:spMkLst>
        </pc:spChg>
        <pc:spChg chg="add mod">
          <ac:chgData name="Khizar Irshad Chaudhry" userId="59d5709b-c5d7-4b85-9556-fb8cf7abbe1c" providerId="ADAL" clId="{F92AF2FE-E748-4C08-A23C-B68C8214D1D6}" dt="2026-01-18T23:15:27.853" v="2841" actId="790"/>
          <ac:spMkLst>
            <pc:docMk/>
            <pc:sldMk cId="3339163751" sldId="268"/>
            <ac:spMk id="17" creationId="{B8187B88-ECA3-8938-7C85-77E9516C2458}"/>
          </ac:spMkLst>
        </pc:spChg>
        <pc:spChg chg="add mod">
          <ac:chgData name="Khizar Irshad Chaudhry" userId="59d5709b-c5d7-4b85-9556-fb8cf7abbe1c" providerId="ADAL" clId="{F92AF2FE-E748-4C08-A23C-B68C8214D1D6}" dt="2026-01-19T01:38:00.904" v="4776" actId="20577"/>
          <ac:spMkLst>
            <pc:docMk/>
            <pc:sldMk cId="3339163751" sldId="268"/>
            <ac:spMk id="18" creationId="{4B54C386-C3C7-8DFA-BE22-96EB69308828}"/>
          </ac:spMkLst>
        </pc:spChg>
        <pc:grpChg chg="mod">
          <ac:chgData name="Khizar Irshad Chaudhry" userId="59d5709b-c5d7-4b85-9556-fb8cf7abbe1c" providerId="ADAL" clId="{F92AF2FE-E748-4C08-A23C-B68C8214D1D6}" dt="2026-01-18T22:51:03.933" v="2631" actId="1076"/>
          <ac:grpSpMkLst>
            <pc:docMk/>
            <pc:sldMk cId="3339163751" sldId="268"/>
            <ac:grpSpMk id="4" creationId="{A31199DF-E08D-9F93-1530-D16B753211BF}"/>
          </ac:grpSpMkLst>
        </pc:grpChg>
        <pc:grpChg chg="mod">
          <ac:chgData name="Khizar Irshad Chaudhry" userId="59d5709b-c5d7-4b85-9556-fb8cf7abbe1c" providerId="ADAL" clId="{F92AF2FE-E748-4C08-A23C-B68C8214D1D6}" dt="2026-01-18T22:50:59.143" v="2630" actId="1076"/>
          <ac:grpSpMkLst>
            <pc:docMk/>
            <pc:sldMk cId="3339163751" sldId="268"/>
            <ac:grpSpMk id="5" creationId="{F3D05378-559C-08A0-56E1-465ABD3CE360}"/>
          </ac:grpSpMkLst>
        </pc:grpChg>
      </pc:sldChg>
      <pc:sldChg chg="del">
        <pc:chgData name="Khizar Irshad Chaudhry" userId="59d5709b-c5d7-4b85-9556-fb8cf7abbe1c" providerId="ADAL" clId="{F92AF2FE-E748-4C08-A23C-B68C8214D1D6}" dt="2026-01-18T23:16:05.573" v="2842" actId="47"/>
        <pc:sldMkLst>
          <pc:docMk/>
          <pc:sldMk cId="452136170" sldId="269"/>
        </pc:sldMkLst>
      </pc:sldChg>
      <pc:sldChg chg="addSp delSp modSp add mod ord">
        <pc:chgData name="Khizar Irshad Chaudhry" userId="59d5709b-c5d7-4b85-9556-fb8cf7abbe1c" providerId="ADAL" clId="{F92AF2FE-E748-4C08-A23C-B68C8214D1D6}" dt="2026-01-19T01:38:52.944" v="4778"/>
        <pc:sldMkLst>
          <pc:docMk/>
          <pc:sldMk cId="480949543" sldId="269"/>
        </pc:sldMkLst>
        <pc:spChg chg="del">
          <ac:chgData name="Khizar Irshad Chaudhry" userId="59d5709b-c5d7-4b85-9556-fb8cf7abbe1c" providerId="ADAL" clId="{F92AF2FE-E748-4C08-A23C-B68C8214D1D6}" dt="2026-01-18T23:18:43.513" v="2918" actId="478"/>
          <ac:spMkLst>
            <pc:docMk/>
            <pc:sldMk cId="480949543" sldId="269"/>
            <ac:spMk id="2" creationId="{39B91ACA-D666-68F8-2125-610C63FF3AE4}"/>
          </ac:spMkLst>
        </pc:spChg>
        <pc:spChg chg="add mod">
          <ac:chgData name="Khizar Irshad Chaudhry" userId="59d5709b-c5d7-4b85-9556-fb8cf7abbe1c" providerId="ADAL" clId="{F92AF2FE-E748-4C08-A23C-B68C8214D1D6}" dt="2026-01-18T23:41:43.345" v="3328" actId="1076"/>
          <ac:spMkLst>
            <pc:docMk/>
            <pc:sldMk cId="480949543" sldId="269"/>
            <ac:spMk id="3" creationId="{1AA96338-4C94-95C3-B296-1DDFD2FB4548}"/>
          </ac:spMkLst>
        </pc:spChg>
        <pc:spChg chg="del">
          <ac:chgData name="Khizar Irshad Chaudhry" userId="59d5709b-c5d7-4b85-9556-fb8cf7abbe1c" providerId="ADAL" clId="{F92AF2FE-E748-4C08-A23C-B68C8214D1D6}" dt="2026-01-18T23:18:43.513" v="2918" actId="478"/>
          <ac:spMkLst>
            <pc:docMk/>
            <pc:sldMk cId="480949543" sldId="269"/>
            <ac:spMk id="4" creationId="{513FB393-B2FC-E9D7-B2E6-BA9F59D19384}"/>
          </ac:spMkLst>
        </pc:spChg>
        <pc:spChg chg="del">
          <ac:chgData name="Khizar Irshad Chaudhry" userId="59d5709b-c5d7-4b85-9556-fb8cf7abbe1c" providerId="ADAL" clId="{F92AF2FE-E748-4C08-A23C-B68C8214D1D6}" dt="2026-01-18T23:18:43.513" v="2918" actId="478"/>
          <ac:spMkLst>
            <pc:docMk/>
            <pc:sldMk cId="480949543" sldId="269"/>
            <ac:spMk id="5" creationId="{6BA345CE-D569-88BD-1045-183E80DD40D7}"/>
          </ac:spMkLst>
        </pc:spChg>
        <pc:spChg chg="add mod">
          <ac:chgData name="Khizar Irshad Chaudhry" userId="59d5709b-c5d7-4b85-9556-fb8cf7abbe1c" providerId="ADAL" clId="{F92AF2FE-E748-4C08-A23C-B68C8214D1D6}" dt="2026-01-18T23:41:43.345" v="3328" actId="1076"/>
          <ac:spMkLst>
            <pc:docMk/>
            <pc:sldMk cId="480949543" sldId="269"/>
            <ac:spMk id="7" creationId="{7ABCB0EC-EBB6-989D-36F3-C9B6C30E58BC}"/>
          </ac:spMkLst>
        </pc:spChg>
        <pc:spChg chg="del">
          <ac:chgData name="Khizar Irshad Chaudhry" userId="59d5709b-c5d7-4b85-9556-fb8cf7abbe1c" providerId="ADAL" clId="{F92AF2FE-E748-4C08-A23C-B68C8214D1D6}" dt="2026-01-18T23:18:43.513" v="2918" actId="478"/>
          <ac:spMkLst>
            <pc:docMk/>
            <pc:sldMk cId="480949543" sldId="269"/>
            <ac:spMk id="8" creationId="{A856F622-F350-87B0-84D1-B8080E1AA5F1}"/>
          </ac:spMkLst>
        </pc:spChg>
        <pc:spChg chg="mod">
          <ac:chgData name="Khizar Irshad Chaudhry" userId="59d5709b-c5d7-4b85-9556-fb8cf7abbe1c" providerId="ADAL" clId="{F92AF2FE-E748-4C08-A23C-B68C8214D1D6}" dt="2026-01-18T23:41:50.451" v="3329" actId="1076"/>
          <ac:spMkLst>
            <pc:docMk/>
            <pc:sldMk cId="480949543" sldId="269"/>
            <ac:spMk id="9" creationId="{D2193141-1134-A66D-8836-BF0D60F3B9F2}"/>
          </ac:spMkLst>
        </pc:spChg>
        <pc:spChg chg="add mod">
          <ac:chgData name="Khizar Irshad Chaudhry" userId="59d5709b-c5d7-4b85-9556-fb8cf7abbe1c" providerId="ADAL" clId="{F92AF2FE-E748-4C08-A23C-B68C8214D1D6}" dt="2026-01-18T23:25:31.168" v="2992" actId="1076"/>
          <ac:spMkLst>
            <pc:docMk/>
            <pc:sldMk cId="480949543" sldId="269"/>
            <ac:spMk id="11" creationId="{35D97AA9-44DA-8B41-2D55-17CFC20CFF50}"/>
          </ac:spMkLst>
        </pc:spChg>
        <pc:spChg chg="add mod">
          <ac:chgData name="Khizar Irshad Chaudhry" userId="59d5709b-c5d7-4b85-9556-fb8cf7abbe1c" providerId="ADAL" clId="{F92AF2FE-E748-4C08-A23C-B68C8214D1D6}" dt="2026-01-18T23:41:06.859" v="3327" actId="1076"/>
          <ac:spMkLst>
            <pc:docMk/>
            <pc:sldMk cId="480949543" sldId="269"/>
            <ac:spMk id="12" creationId="{26539E3F-C919-E603-F833-912BAB8AE3C2}"/>
          </ac:spMkLst>
        </pc:spChg>
        <pc:spChg chg="add del mod">
          <ac:chgData name="Khizar Irshad Chaudhry" userId="59d5709b-c5d7-4b85-9556-fb8cf7abbe1c" providerId="ADAL" clId="{F92AF2FE-E748-4C08-A23C-B68C8214D1D6}" dt="2026-01-18T23:25:32.322" v="2994"/>
          <ac:spMkLst>
            <pc:docMk/>
            <pc:sldMk cId="480949543" sldId="269"/>
            <ac:spMk id="13" creationId="{C5C8D09A-DBC4-B7E2-340D-22DCB5293F1D}"/>
          </ac:spMkLst>
        </pc:spChg>
        <pc:spChg chg="add mod">
          <ac:chgData name="Khizar Irshad Chaudhry" userId="59d5709b-c5d7-4b85-9556-fb8cf7abbe1c" providerId="ADAL" clId="{F92AF2FE-E748-4C08-A23C-B68C8214D1D6}" dt="2026-01-18T23:48:19.448" v="3504" actId="1076"/>
          <ac:spMkLst>
            <pc:docMk/>
            <pc:sldMk cId="480949543" sldId="269"/>
            <ac:spMk id="14" creationId="{AFD8E18F-AD8C-5EEE-349B-8B6580B4CF26}"/>
          </ac:spMkLst>
        </pc:spChg>
        <pc:spChg chg="add del mod">
          <ac:chgData name="Khizar Irshad Chaudhry" userId="59d5709b-c5d7-4b85-9556-fb8cf7abbe1c" providerId="ADAL" clId="{F92AF2FE-E748-4C08-A23C-B68C8214D1D6}" dt="2026-01-18T23:31:59.934" v="3173" actId="478"/>
          <ac:spMkLst>
            <pc:docMk/>
            <pc:sldMk cId="480949543" sldId="269"/>
            <ac:spMk id="15" creationId="{802457C1-94B8-FB96-6EE5-1FE020BD648B}"/>
          </ac:spMkLst>
        </pc:spChg>
        <pc:spChg chg="add mod">
          <ac:chgData name="Khizar Irshad Chaudhry" userId="59d5709b-c5d7-4b85-9556-fb8cf7abbe1c" providerId="ADAL" clId="{F92AF2FE-E748-4C08-A23C-B68C8214D1D6}" dt="2026-01-18T23:48:23.933" v="3505" actId="1076"/>
          <ac:spMkLst>
            <pc:docMk/>
            <pc:sldMk cId="480949543" sldId="269"/>
            <ac:spMk id="16" creationId="{B691176A-CF90-E625-158B-874052FF06FC}"/>
          </ac:spMkLst>
        </pc:spChg>
        <pc:spChg chg="add mod">
          <ac:chgData name="Khizar Irshad Chaudhry" userId="59d5709b-c5d7-4b85-9556-fb8cf7abbe1c" providerId="ADAL" clId="{F92AF2FE-E748-4C08-A23C-B68C8214D1D6}" dt="2026-01-18T23:48:11.557" v="3502" actId="1076"/>
          <ac:spMkLst>
            <pc:docMk/>
            <pc:sldMk cId="480949543" sldId="269"/>
            <ac:spMk id="17" creationId="{D27C0A7A-212D-F459-BA24-4870EB5D80E0}"/>
          </ac:spMkLst>
        </pc:spChg>
        <pc:spChg chg="add mod">
          <ac:chgData name="Khizar Irshad Chaudhry" userId="59d5709b-c5d7-4b85-9556-fb8cf7abbe1c" providerId="ADAL" clId="{F92AF2FE-E748-4C08-A23C-B68C8214D1D6}" dt="2026-01-18T23:48:07.401" v="3501" actId="1076"/>
          <ac:spMkLst>
            <pc:docMk/>
            <pc:sldMk cId="480949543" sldId="269"/>
            <ac:spMk id="18" creationId="{7E768073-A194-DEEA-0283-96278F339EEB}"/>
          </ac:spMkLst>
        </pc:spChg>
        <pc:spChg chg="add mod">
          <ac:chgData name="Khizar Irshad Chaudhry" userId="59d5709b-c5d7-4b85-9556-fb8cf7abbe1c" providerId="ADAL" clId="{F92AF2FE-E748-4C08-A23C-B68C8214D1D6}" dt="2026-01-18T23:48:46.122" v="3512" actId="1076"/>
          <ac:spMkLst>
            <pc:docMk/>
            <pc:sldMk cId="480949543" sldId="269"/>
            <ac:spMk id="19" creationId="{08941243-E920-91B2-6163-395ED091370F}"/>
          </ac:spMkLst>
        </pc:spChg>
        <pc:spChg chg="add mod">
          <ac:chgData name="Khizar Irshad Chaudhry" userId="59d5709b-c5d7-4b85-9556-fb8cf7abbe1c" providerId="ADAL" clId="{F92AF2FE-E748-4C08-A23C-B68C8214D1D6}" dt="2026-01-18T23:46:52.648" v="3480" actId="1076"/>
          <ac:spMkLst>
            <pc:docMk/>
            <pc:sldMk cId="480949543" sldId="269"/>
            <ac:spMk id="20" creationId="{2A47C19A-A493-7492-C13F-23D2CDB277FC}"/>
          </ac:spMkLst>
        </pc:spChg>
        <pc:spChg chg="add mod">
          <ac:chgData name="Khizar Irshad Chaudhry" userId="59d5709b-c5d7-4b85-9556-fb8cf7abbe1c" providerId="ADAL" clId="{F92AF2FE-E748-4C08-A23C-B68C8214D1D6}" dt="2026-01-18T23:48:30.947" v="3507" actId="1076"/>
          <ac:spMkLst>
            <pc:docMk/>
            <pc:sldMk cId="480949543" sldId="269"/>
            <ac:spMk id="21" creationId="{9B7C2F50-ABF0-6583-2BE1-A82064A895E6}"/>
          </ac:spMkLst>
        </pc:spChg>
        <pc:spChg chg="add mod">
          <ac:chgData name="Khizar Irshad Chaudhry" userId="59d5709b-c5d7-4b85-9556-fb8cf7abbe1c" providerId="ADAL" clId="{F92AF2FE-E748-4C08-A23C-B68C8214D1D6}" dt="2026-01-18T23:48:43.358" v="3511" actId="1076"/>
          <ac:spMkLst>
            <pc:docMk/>
            <pc:sldMk cId="480949543" sldId="269"/>
            <ac:spMk id="22" creationId="{388B27FB-4C54-A8D8-630B-3BE4F591A04C}"/>
          </ac:spMkLst>
        </pc:spChg>
        <pc:spChg chg="add del mod">
          <ac:chgData name="Khizar Irshad Chaudhry" userId="59d5709b-c5d7-4b85-9556-fb8cf7abbe1c" providerId="ADAL" clId="{F92AF2FE-E748-4C08-A23C-B68C8214D1D6}" dt="2026-01-18T23:37:08.271" v="3237" actId="478"/>
          <ac:spMkLst>
            <pc:docMk/>
            <pc:sldMk cId="480949543" sldId="269"/>
            <ac:spMk id="23" creationId="{D2407C89-FE86-A5A5-8C4E-E6A82E70344D}"/>
          </ac:spMkLst>
        </pc:spChg>
        <pc:spChg chg="add mod">
          <ac:chgData name="Khizar Irshad Chaudhry" userId="59d5709b-c5d7-4b85-9556-fb8cf7abbe1c" providerId="ADAL" clId="{F92AF2FE-E748-4C08-A23C-B68C8214D1D6}" dt="2026-01-18T23:44:00.412" v="3415" actId="1076"/>
          <ac:spMkLst>
            <pc:docMk/>
            <pc:sldMk cId="480949543" sldId="269"/>
            <ac:spMk id="24" creationId="{4AF5D6AF-E490-6220-59AB-ACE86FCE0E40}"/>
          </ac:spMkLst>
        </pc:spChg>
        <pc:spChg chg="add mod">
          <ac:chgData name="Khizar Irshad Chaudhry" userId="59d5709b-c5d7-4b85-9556-fb8cf7abbe1c" providerId="ADAL" clId="{F92AF2FE-E748-4C08-A23C-B68C8214D1D6}" dt="2026-01-18T23:41:43.345" v="3328" actId="1076"/>
          <ac:spMkLst>
            <pc:docMk/>
            <pc:sldMk cId="480949543" sldId="269"/>
            <ac:spMk id="26" creationId="{F4542076-6855-C865-641A-763137FD0EE9}"/>
          </ac:spMkLst>
        </pc:spChg>
        <pc:spChg chg="add mod">
          <ac:chgData name="Khizar Irshad Chaudhry" userId="59d5709b-c5d7-4b85-9556-fb8cf7abbe1c" providerId="ADAL" clId="{F92AF2FE-E748-4C08-A23C-B68C8214D1D6}" dt="2026-01-18T23:51:06.906" v="3584" actId="1076"/>
          <ac:spMkLst>
            <pc:docMk/>
            <pc:sldMk cId="480949543" sldId="269"/>
            <ac:spMk id="27" creationId="{1394D6CB-559C-57AB-E492-1053BF707EC8}"/>
          </ac:spMkLst>
        </pc:spChg>
        <pc:spChg chg="add mod">
          <ac:chgData name="Khizar Irshad Chaudhry" userId="59d5709b-c5d7-4b85-9556-fb8cf7abbe1c" providerId="ADAL" clId="{F92AF2FE-E748-4C08-A23C-B68C8214D1D6}" dt="2026-01-18T23:46:45.319" v="3479" actId="1076"/>
          <ac:spMkLst>
            <pc:docMk/>
            <pc:sldMk cId="480949543" sldId="269"/>
            <ac:spMk id="28" creationId="{0AF905E5-4114-B2F3-B12F-ED01EA9EF501}"/>
          </ac:spMkLst>
        </pc:spChg>
        <pc:spChg chg="add mod">
          <ac:chgData name="Khizar Irshad Chaudhry" userId="59d5709b-c5d7-4b85-9556-fb8cf7abbe1c" providerId="ADAL" clId="{F92AF2FE-E748-4C08-A23C-B68C8214D1D6}" dt="2026-01-18T23:44:11.998" v="3418" actId="1076"/>
          <ac:spMkLst>
            <pc:docMk/>
            <pc:sldMk cId="480949543" sldId="269"/>
            <ac:spMk id="29" creationId="{7C84B918-7784-42A4-C370-018675FBA35D}"/>
          </ac:spMkLst>
        </pc:spChg>
        <pc:spChg chg="add mod">
          <ac:chgData name="Khizar Irshad Chaudhry" userId="59d5709b-c5d7-4b85-9556-fb8cf7abbe1c" providerId="ADAL" clId="{F92AF2FE-E748-4C08-A23C-B68C8214D1D6}" dt="2026-01-18T23:46:28.449" v="3472" actId="1076"/>
          <ac:spMkLst>
            <pc:docMk/>
            <pc:sldMk cId="480949543" sldId="269"/>
            <ac:spMk id="30" creationId="{1B890239-D33C-6466-0182-70F84CCA4165}"/>
          </ac:spMkLst>
        </pc:spChg>
        <pc:spChg chg="add mod">
          <ac:chgData name="Khizar Irshad Chaudhry" userId="59d5709b-c5d7-4b85-9556-fb8cf7abbe1c" providerId="ADAL" clId="{F92AF2FE-E748-4C08-A23C-B68C8214D1D6}" dt="2026-01-18T23:50:00.332" v="3533" actId="1076"/>
          <ac:spMkLst>
            <pc:docMk/>
            <pc:sldMk cId="480949543" sldId="269"/>
            <ac:spMk id="31" creationId="{FA14E602-ED63-0FA4-509E-F6E27FC07D0B}"/>
          </ac:spMkLst>
        </pc:spChg>
        <pc:spChg chg="add mod">
          <ac:chgData name="Khizar Irshad Chaudhry" userId="59d5709b-c5d7-4b85-9556-fb8cf7abbe1c" providerId="ADAL" clId="{F92AF2FE-E748-4C08-A23C-B68C8214D1D6}" dt="2026-01-18T23:50:11.253" v="3547" actId="403"/>
          <ac:spMkLst>
            <pc:docMk/>
            <pc:sldMk cId="480949543" sldId="269"/>
            <ac:spMk id="32" creationId="{B624C6C0-06BE-CB59-AF64-29E72CC2A1AD}"/>
          </ac:spMkLst>
        </pc:spChg>
        <pc:spChg chg="add mod">
          <ac:chgData name="Khizar Irshad Chaudhry" userId="59d5709b-c5d7-4b85-9556-fb8cf7abbe1c" providerId="ADAL" clId="{F92AF2FE-E748-4C08-A23C-B68C8214D1D6}" dt="2026-01-18T23:50:51.105" v="3577" actId="1076"/>
          <ac:spMkLst>
            <pc:docMk/>
            <pc:sldMk cId="480949543" sldId="269"/>
            <ac:spMk id="33" creationId="{19EF0995-9DC2-C25F-72F9-56BA97C7FDDB}"/>
          </ac:spMkLst>
        </pc:spChg>
        <pc:spChg chg="add mod">
          <ac:chgData name="Khizar Irshad Chaudhry" userId="59d5709b-c5d7-4b85-9556-fb8cf7abbe1c" providerId="ADAL" clId="{F92AF2FE-E748-4C08-A23C-B68C8214D1D6}" dt="2026-01-18T23:57:51.919" v="3715" actId="1076"/>
          <ac:spMkLst>
            <pc:docMk/>
            <pc:sldMk cId="480949543" sldId="269"/>
            <ac:spMk id="42" creationId="{03142814-3B9F-5305-B880-2F6F7404F4D2}"/>
          </ac:spMkLst>
        </pc:spChg>
        <pc:spChg chg="add mod">
          <ac:chgData name="Khizar Irshad Chaudhry" userId="59d5709b-c5d7-4b85-9556-fb8cf7abbe1c" providerId="ADAL" clId="{F92AF2FE-E748-4C08-A23C-B68C8214D1D6}" dt="2026-01-19T01:35:53.365" v="4710" actId="1076"/>
          <ac:spMkLst>
            <pc:docMk/>
            <pc:sldMk cId="480949543" sldId="269"/>
            <ac:spMk id="49" creationId="{3295F889-35FD-2899-F54C-18181DEA5C9E}"/>
          </ac:spMkLst>
        </pc:spChg>
        <pc:inkChg chg="add del">
          <ac:chgData name="Khizar Irshad Chaudhry" userId="59d5709b-c5d7-4b85-9556-fb8cf7abbe1c" providerId="ADAL" clId="{F92AF2FE-E748-4C08-A23C-B68C8214D1D6}" dt="2026-01-18T23:53:00.004" v="3592" actId="9405"/>
          <ac:inkMkLst>
            <pc:docMk/>
            <pc:sldMk cId="480949543" sldId="269"/>
            <ac:inkMk id="34" creationId="{B4FB9AEE-82AD-1907-AD85-8176A43C3E2D}"/>
          </ac:inkMkLst>
        </pc:inkChg>
        <pc:inkChg chg="add del">
          <ac:chgData name="Khizar Irshad Chaudhry" userId="59d5709b-c5d7-4b85-9556-fb8cf7abbe1c" providerId="ADAL" clId="{F92AF2FE-E748-4C08-A23C-B68C8214D1D6}" dt="2026-01-18T23:52:59.623" v="3591" actId="9405"/>
          <ac:inkMkLst>
            <pc:docMk/>
            <pc:sldMk cId="480949543" sldId="269"/>
            <ac:inkMk id="35" creationId="{4829FF83-1AF4-B1F9-CEC8-A9BDB4C0F81D}"/>
          </ac:inkMkLst>
        </pc:inkChg>
        <pc:inkChg chg="add del">
          <ac:chgData name="Khizar Irshad Chaudhry" userId="59d5709b-c5d7-4b85-9556-fb8cf7abbe1c" providerId="ADAL" clId="{F92AF2FE-E748-4C08-A23C-B68C8214D1D6}" dt="2026-01-18T23:52:59.318" v="3590" actId="9405"/>
          <ac:inkMkLst>
            <pc:docMk/>
            <pc:sldMk cId="480949543" sldId="269"/>
            <ac:inkMk id="36" creationId="{5668D18F-AB26-9A4A-9FA9-5B9DF9F8B3E0}"/>
          </ac:inkMkLst>
        </pc:inkChg>
        <pc:inkChg chg="add del">
          <ac:chgData name="Khizar Irshad Chaudhry" userId="59d5709b-c5d7-4b85-9556-fb8cf7abbe1c" providerId="ADAL" clId="{F92AF2FE-E748-4C08-A23C-B68C8214D1D6}" dt="2026-01-18T23:52:59.051" v="3589" actId="9405"/>
          <ac:inkMkLst>
            <pc:docMk/>
            <pc:sldMk cId="480949543" sldId="269"/>
            <ac:inkMk id="37" creationId="{3AF7D944-6764-DDDC-3245-C803EEBE2B19}"/>
          </ac:inkMkLst>
        </pc:inkChg>
        <pc:cxnChg chg="add mod">
          <ac:chgData name="Khizar Irshad Chaudhry" userId="59d5709b-c5d7-4b85-9556-fb8cf7abbe1c" providerId="ADAL" clId="{F92AF2FE-E748-4C08-A23C-B68C8214D1D6}" dt="2026-01-18T23:57:46.681" v="3714" actId="14100"/>
          <ac:cxnSpMkLst>
            <pc:docMk/>
            <pc:sldMk cId="480949543" sldId="269"/>
            <ac:cxnSpMk id="39" creationId="{FC29B6F1-03A0-98AB-ABB3-55841603A1F5}"/>
          </ac:cxnSpMkLst>
        </pc:cxnChg>
      </pc:sldChg>
      <pc:sldChg chg="addSp delSp modSp add mod ord">
        <pc:chgData name="Khizar Irshad Chaudhry" userId="59d5709b-c5d7-4b85-9556-fb8cf7abbe1c" providerId="ADAL" clId="{F92AF2FE-E748-4C08-A23C-B68C8214D1D6}" dt="2026-01-19T00:20:09.488" v="3746"/>
        <pc:sldMkLst>
          <pc:docMk/>
          <pc:sldMk cId="3489955932" sldId="270"/>
        </pc:sldMkLst>
        <pc:spChg chg="del">
          <ac:chgData name="Khizar Irshad Chaudhry" userId="59d5709b-c5d7-4b85-9556-fb8cf7abbe1c" providerId="ADAL" clId="{F92AF2FE-E748-4C08-A23C-B68C8214D1D6}" dt="2026-01-19T00:02:58.221" v="3730" actId="478"/>
          <ac:spMkLst>
            <pc:docMk/>
            <pc:sldMk cId="3489955932" sldId="270"/>
            <ac:spMk id="2" creationId="{4167FD65-D63D-72FD-2BB8-D4D00F191100}"/>
          </ac:spMkLst>
        </pc:spChg>
        <pc:spChg chg="del">
          <ac:chgData name="Khizar Irshad Chaudhry" userId="59d5709b-c5d7-4b85-9556-fb8cf7abbe1c" providerId="ADAL" clId="{F92AF2FE-E748-4C08-A23C-B68C8214D1D6}" dt="2026-01-19T00:02:58.221" v="3730" actId="478"/>
          <ac:spMkLst>
            <pc:docMk/>
            <pc:sldMk cId="3489955932" sldId="270"/>
            <ac:spMk id="4" creationId="{D73E8F7A-A657-EBF7-908B-4119391731F7}"/>
          </ac:spMkLst>
        </pc:spChg>
        <pc:spChg chg="del">
          <ac:chgData name="Khizar Irshad Chaudhry" userId="59d5709b-c5d7-4b85-9556-fb8cf7abbe1c" providerId="ADAL" clId="{F92AF2FE-E748-4C08-A23C-B68C8214D1D6}" dt="2026-01-19T00:02:58.221" v="3730" actId="478"/>
          <ac:spMkLst>
            <pc:docMk/>
            <pc:sldMk cId="3489955932" sldId="270"/>
            <ac:spMk id="5" creationId="{A7448EFE-2289-C738-1585-E2917BAD2EBA}"/>
          </ac:spMkLst>
        </pc:spChg>
        <pc:spChg chg="del">
          <ac:chgData name="Khizar Irshad Chaudhry" userId="59d5709b-c5d7-4b85-9556-fb8cf7abbe1c" providerId="ADAL" clId="{F92AF2FE-E748-4C08-A23C-B68C8214D1D6}" dt="2026-01-19T00:02:58.221" v="3730" actId="478"/>
          <ac:spMkLst>
            <pc:docMk/>
            <pc:sldMk cId="3489955932" sldId="270"/>
            <ac:spMk id="8" creationId="{8A6AD718-FD7B-1FED-74EE-6FD4EDBADECB}"/>
          </ac:spMkLst>
        </pc:spChg>
        <pc:spChg chg="mod">
          <ac:chgData name="Khizar Irshad Chaudhry" userId="59d5709b-c5d7-4b85-9556-fb8cf7abbe1c" providerId="ADAL" clId="{F92AF2FE-E748-4C08-A23C-B68C8214D1D6}" dt="2026-01-19T00:03:08.046" v="3731" actId="1076"/>
          <ac:spMkLst>
            <pc:docMk/>
            <pc:sldMk cId="3489955932" sldId="270"/>
            <ac:spMk id="9" creationId="{D133BE16-D8A8-6620-CF95-AA8EF99FEE83}"/>
          </ac:spMkLst>
        </pc:spChg>
        <pc:picChg chg="add mod">
          <ac:chgData name="Khizar Irshad Chaudhry" userId="59d5709b-c5d7-4b85-9556-fb8cf7abbe1c" providerId="ADAL" clId="{F92AF2FE-E748-4C08-A23C-B68C8214D1D6}" dt="2026-01-19T00:09:14.691" v="3734" actId="1076"/>
          <ac:picMkLst>
            <pc:docMk/>
            <pc:sldMk cId="3489955932" sldId="270"/>
            <ac:picMk id="7" creationId="{69381B2D-AD65-37D9-5B8B-8956D5857B28}"/>
          </ac:picMkLst>
        </pc:picChg>
        <pc:picChg chg="add mod">
          <ac:chgData name="Khizar Irshad Chaudhry" userId="59d5709b-c5d7-4b85-9556-fb8cf7abbe1c" providerId="ADAL" clId="{F92AF2FE-E748-4C08-A23C-B68C8214D1D6}" dt="2026-01-19T00:20:00.692" v="3742" actId="14100"/>
          <ac:picMkLst>
            <pc:docMk/>
            <pc:sldMk cId="3489955932" sldId="270"/>
            <ac:picMk id="12" creationId="{5EB2F2CB-1F8D-CFD9-CB47-71EB05B1494D}"/>
          </ac:picMkLst>
        </pc:picChg>
      </pc:sldChg>
      <pc:sldChg chg="delSp add mod">
        <pc:chgData name="Khizar Irshad Chaudhry" userId="59d5709b-c5d7-4b85-9556-fb8cf7abbe1c" providerId="ADAL" clId="{F92AF2FE-E748-4C08-A23C-B68C8214D1D6}" dt="2026-01-19T00:20:04.047" v="3744" actId="21"/>
        <pc:sldMkLst>
          <pc:docMk/>
          <pc:sldMk cId="2480308926" sldId="271"/>
        </pc:sldMkLst>
        <pc:picChg chg="del">
          <ac:chgData name="Khizar Irshad Chaudhry" userId="59d5709b-c5d7-4b85-9556-fb8cf7abbe1c" providerId="ADAL" clId="{F92AF2FE-E748-4C08-A23C-B68C8214D1D6}" dt="2026-01-19T00:20:04.047" v="3744" actId="21"/>
          <ac:picMkLst>
            <pc:docMk/>
            <pc:sldMk cId="2480308926" sldId="271"/>
            <ac:picMk id="12" creationId="{ED9E8B80-362B-1C1E-93DE-378C7A924003}"/>
          </ac:picMkLst>
        </pc:picChg>
      </pc:sldChg>
      <pc:sldChg chg="modSp add mod modTransition">
        <pc:chgData name="Khizar Irshad Chaudhry" userId="59d5709b-c5d7-4b85-9556-fb8cf7abbe1c" providerId="ADAL" clId="{F92AF2FE-E748-4C08-A23C-B68C8214D1D6}" dt="2026-01-19T00:20:32.290" v="3751"/>
        <pc:sldMkLst>
          <pc:docMk/>
          <pc:sldMk cId="2845163869" sldId="272"/>
        </pc:sldMkLst>
        <pc:picChg chg="mod">
          <ac:chgData name="Khizar Irshad Chaudhry" userId="59d5709b-c5d7-4b85-9556-fb8cf7abbe1c" providerId="ADAL" clId="{F92AF2FE-E748-4C08-A23C-B68C8214D1D6}" dt="2026-01-19T00:20:19.331" v="3750" actId="1076"/>
          <ac:picMkLst>
            <pc:docMk/>
            <pc:sldMk cId="2845163869" sldId="272"/>
            <ac:picMk id="12" creationId="{173EC34D-7F9E-3A75-C977-99F274E97DA0}"/>
          </ac:picMkLst>
        </pc:picChg>
      </pc:sldChg>
      <pc:sldChg chg="addSp delSp modSp add mod">
        <pc:chgData name="Khizar Irshad Chaudhry" userId="59d5709b-c5d7-4b85-9556-fb8cf7abbe1c" providerId="ADAL" clId="{F92AF2FE-E748-4C08-A23C-B68C8214D1D6}" dt="2026-01-19T00:42:04.537" v="3764" actId="22"/>
        <pc:sldMkLst>
          <pc:docMk/>
          <pc:sldMk cId="1262792650" sldId="273"/>
        </pc:sldMkLst>
        <pc:spChg chg="del">
          <ac:chgData name="Khizar Irshad Chaudhry" userId="59d5709b-c5d7-4b85-9556-fb8cf7abbe1c" providerId="ADAL" clId="{F92AF2FE-E748-4C08-A23C-B68C8214D1D6}" dt="2026-01-19T00:35:00.633" v="3763" actId="478"/>
          <ac:spMkLst>
            <pc:docMk/>
            <pc:sldMk cId="1262792650" sldId="273"/>
            <ac:spMk id="2" creationId="{7F9BB5B3-00A6-9CCC-BDBA-8DC9309DD5DB}"/>
          </ac:spMkLst>
        </pc:spChg>
        <pc:spChg chg="del">
          <ac:chgData name="Khizar Irshad Chaudhry" userId="59d5709b-c5d7-4b85-9556-fb8cf7abbe1c" providerId="ADAL" clId="{F92AF2FE-E748-4C08-A23C-B68C8214D1D6}" dt="2026-01-19T00:35:00.633" v="3763" actId="478"/>
          <ac:spMkLst>
            <pc:docMk/>
            <pc:sldMk cId="1262792650" sldId="273"/>
            <ac:spMk id="3" creationId="{408B44EB-256E-D86F-2FF4-39EA47708D81}"/>
          </ac:spMkLst>
        </pc:spChg>
        <pc:spChg chg="del">
          <ac:chgData name="Khizar Irshad Chaudhry" userId="59d5709b-c5d7-4b85-9556-fb8cf7abbe1c" providerId="ADAL" clId="{F92AF2FE-E748-4C08-A23C-B68C8214D1D6}" dt="2026-01-19T00:35:00.633" v="3763" actId="478"/>
          <ac:spMkLst>
            <pc:docMk/>
            <pc:sldMk cId="1262792650" sldId="273"/>
            <ac:spMk id="4" creationId="{F3AE0396-D971-651D-4D9D-2215E0280039}"/>
          </ac:spMkLst>
        </pc:spChg>
        <pc:spChg chg="del">
          <ac:chgData name="Khizar Irshad Chaudhry" userId="59d5709b-c5d7-4b85-9556-fb8cf7abbe1c" providerId="ADAL" clId="{F92AF2FE-E748-4C08-A23C-B68C8214D1D6}" dt="2026-01-19T00:35:00.633" v="3763" actId="478"/>
          <ac:spMkLst>
            <pc:docMk/>
            <pc:sldMk cId="1262792650" sldId="273"/>
            <ac:spMk id="5" creationId="{BC402DE5-5795-1955-9612-5209F796AB25}"/>
          </ac:spMkLst>
        </pc:spChg>
        <pc:spChg chg="del">
          <ac:chgData name="Khizar Irshad Chaudhry" userId="59d5709b-c5d7-4b85-9556-fb8cf7abbe1c" providerId="ADAL" clId="{F92AF2FE-E748-4C08-A23C-B68C8214D1D6}" dt="2026-01-19T00:35:00.633" v="3763" actId="478"/>
          <ac:spMkLst>
            <pc:docMk/>
            <pc:sldMk cId="1262792650" sldId="273"/>
            <ac:spMk id="7" creationId="{BE8AE9A4-5EE5-D193-EA9C-513B3B8FEDBF}"/>
          </ac:spMkLst>
        </pc:spChg>
        <pc:spChg chg="del">
          <ac:chgData name="Khizar Irshad Chaudhry" userId="59d5709b-c5d7-4b85-9556-fb8cf7abbe1c" providerId="ADAL" clId="{F92AF2FE-E748-4C08-A23C-B68C8214D1D6}" dt="2026-01-19T00:35:00.633" v="3763" actId="478"/>
          <ac:spMkLst>
            <pc:docMk/>
            <pc:sldMk cId="1262792650" sldId="273"/>
            <ac:spMk id="8" creationId="{CC935959-4627-76B1-5B27-24C8AEB7DE04}"/>
          </ac:spMkLst>
        </pc:spChg>
        <pc:spChg chg="mod">
          <ac:chgData name="Khizar Irshad Chaudhry" userId="59d5709b-c5d7-4b85-9556-fb8cf7abbe1c" providerId="ADAL" clId="{F92AF2FE-E748-4C08-A23C-B68C8214D1D6}" dt="2026-01-19T00:21:15.097" v="3760" actId="20577"/>
          <ac:spMkLst>
            <pc:docMk/>
            <pc:sldMk cId="1262792650" sldId="273"/>
            <ac:spMk id="9" creationId="{8789ED3C-5893-F3DA-9285-0CFC97E5C1A5}"/>
          </ac:spMkLst>
        </pc:spChg>
        <pc:spChg chg="del">
          <ac:chgData name="Khizar Irshad Chaudhry" userId="59d5709b-c5d7-4b85-9556-fb8cf7abbe1c" providerId="ADAL" clId="{F92AF2FE-E748-4C08-A23C-B68C8214D1D6}" dt="2026-01-19T00:35:00.633" v="3763" actId="478"/>
          <ac:spMkLst>
            <pc:docMk/>
            <pc:sldMk cId="1262792650" sldId="273"/>
            <ac:spMk id="11" creationId="{54B35311-8E1D-27BD-5BA5-1A971F961B08}"/>
          </ac:spMkLst>
        </pc:spChg>
        <pc:spChg chg="del">
          <ac:chgData name="Khizar Irshad Chaudhry" userId="59d5709b-c5d7-4b85-9556-fb8cf7abbe1c" providerId="ADAL" clId="{F92AF2FE-E748-4C08-A23C-B68C8214D1D6}" dt="2026-01-19T00:35:00.633" v="3763" actId="478"/>
          <ac:spMkLst>
            <pc:docMk/>
            <pc:sldMk cId="1262792650" sldId="273"/>
            <ac:spMk id="12" creationId="{762C7C62-E0C4-5483-4859-88CC5A472E3D}"/>
          </ac:spMkLst>
        </pc:spChg>
        <pc:picChg chg="del">
          <ac:chgData name="Khizar Irshad Chaudhry" userId="59d5709b-c5d7-4b85-9556-fb8cf7abbe1c" providerId="ADAL" clId="{F92AF2FE-E748-4C08-A23C-B68C8214D1D6}" dt="2026-01-19T00:21:18.356" v="3762" actId="478"/>
          <ac:picMkLst>
            <pc:docMk/>
            <pc:sldMk cId="1262792650" sldId="273"/>
            <ac:picMk id="7" creationId="{32B63796-8CC0-12A8-6067-C2C4ACC7F3E7}"/>
          </ac:picMkLst>
        </pc:picChg>
        <pc:picChg chg="del">
          <ac:chgData name="Khizar Irshad Chaudhry" userId="59d5709b-c5d7-4b85-9556-fb8cf7abbe1c" providerId="ADAL" clId="{F92AF2FE-E748-4C08-A23C-B68C8214D1D6}" dt="2026-01-19T00:21:16.890" v="3761" actId="478"/>
          <ac:picMkLst>
            <pc:docMk/>
            <pc:sldMk cId="1262792650" sldId="273"/>
            <ac:picMk id="12" creationId="{7E4F68FA-303A-9733-B29A-75140C96AE44}"/>
          </ac:picMkLst>
        </pc:picChg>
        <pc:picChg chg="add">
          <ac:chgData name="Khizar Irshad Chaudhry" userId="59d5709b-c5d7-4b85-9556-fb8cf7abbe1c" providerId="ADAL" clId="{F92AF2FE-E748-4C08-A23C-B68C8214D1D6}" dt="2026-01-19T00:42:04.537" v="3764" actId="22"/>
          <ac:picMkLst>
            <pc:docMk/>
            <pc:sldMk cId="1262792650" sldId="273"/>
            <ac:picMk id="14" creationId="{94CBA949-AC0E-3456-8144-F18376DE3814}"/>
          </ac:picMkLst>
        </pc:picChg>
      </pc:sldChg>
      <pc:sldChg chg="addSp delSp modSp add mod">
        <pc:chgData name="Khizar Irshad Chaudhry" userId="59d5709b-c5d7-4b85-9556-fb8cf7abbe1c" providerId="ADAL" clId="{F92AF2FE-E748-4C08-A23C-B68C8214D1D6}" dt="2026-01-19T00:46:32.606" v="3790" actId="9405"/>
        <pc:sldMkLst>
          <pc:docMk/>
          <pc:sldMk cId="1221570282" sldId="274"/>
        </pc:sldMkLst>
        <pc:picChg chg="add mod">
          <ac:chgData name="Khizar Irshad Chaudhry" userId="59d5709b-c5d7-4b85-9556-fb8cf7abbe1c" providerId="ADAL" clId="{F92AF2FE-E748-4C08-A23C-B68C8214D1D6}" dt="2026-01-19T00:43:50.492" v="3774" actId="1076"/>
          <ac:picMkLst>
            <pc:docMk/>
            <pc:sldMk cId="1221570282" sldId="274"/>
            <ac:picMk id="3" creationId="{65B7FD47-3642-50B7-DAA1-2AC5E5810114}"/>
          </ac:picMkLst>
        </pc:picChg>
        <pc:picChg chg="add mod">
          <ac:chgData name="Khizar Irshad Chaudhry" userId="59d5709b-c5d7-4b85-9556-fb8cf7abbe1c" providerId="ADAL" clId="{F92AF2FE-E748-4C08-A23C-B68C8214D1D6}" dt="2026-01-19T00:43:56.166" v="3776" actId="14100"/>
          <ac:picMkLst>
            <pc:docMk/>
            <pc:sldMk cId="1221570282" sldId="274"/>
            <ac:picMk id="5" creationId="{A88F6870-48FD-CA74-D626-E271469A265D}"/>
          </ac:picMkLst>
        </pc:picChg>
        <pc:picChg chg="add mod">
          <ac:chgData name="Khizar Irshad Chaudhry" userId="59d5709b-c5d7-4b85-9556-fb8cf7abbe1c" providerId="ADAL" clId="{F92AF2FE-E748-4C08-A23C-B68C8214D1D6}" dt="2026-01-19T00:44:30.657" v="3779" actId="1076"/>
          <ac:picMkLst>
            <pc:docMk/>
            <pc:sldMk cId="1221570282" sldId="274"/>
            <ac:picMk id="8" creationId="{64DC5FD4-4BD9-05BE-242A-719E34400905}"/>
          </ac:picMkLst>
        </pc:picChg>
        <pc:picChg chg="add mod">
          <ac:chgData name="Khizar Irshad Chaudhry" userId="59d5709b-c5d7-4b85-9556-fb8cf7abbe1c" providerId="ADAL" clId="{F92AF2FE-E748-4C08-A23C-B68C8214D1D6}" dt="2026-01-19T00:45:12.116" v="3782" actId="14100"/>
          <ac:picMkLst>
            <pc:docMk/>
            <pc:sldMk cId="1221570282" sldId="274"/>
            <ac:picMk id="12" creationId="{760C4818-2AD5-6801-D571-792EC9870A18}"/>
          </ac:picMkLst>
        </pc:picChg>
        <pc:picChg chg="del">
          <ac:chgData name="Khizar Irshad Chaudhry" userId="59d5709b-c5d7-4b85-9556-fb8cf7abbe1c" providerId="ADAL" clId="{F92AF2FE-E748-4C08-A23C-B68C8214D1D6}" dt="2026-01-19T00:42:13.218" v="3766" actId="478"/>
          <ac:picMkLst>
            <pc:docMk/>
            <pc:sldMk cId="1221570282" sldId="274"/>
            <ac:picMk id="14" creationId="{917B05D0-F770-5BCB-B7E6-2296FF93A8A1}"/>
          </ac:picMkLst>
        </pc:picChg>
        <pc:inkChg chg="add del">
          <ac:chgData name="Khizar Irshad Chaudhry" userId="59d5709b-c5d7-4b85-9556-fb8cf7abbe1c" providerId="ADAL" clId="{F92AF2FE-E748-4C08-A23C-B68C8214D1D6}" dt="2026-01-19T00:45:49.613" v="3784" actId="9405"/>
          <ac:inkMkLst>
            <pc:docMk/>
            <pc:sldMk cId="1221570282" sldId="274"/>
            <ac:inkMk id="13" creationId="{D7970B56-ECB2-24E4-2DD1-8406BD21E986}"/>
          </ac:inkMkLst>
        </pc:inkChg>
        <pc:inkChg chg="add del">
          <ac:chgData name="Khizar Irshad Chaudhry" userId="59d5709b-c5d7-4b85-9556-fb8cf7abbe1c" providerId="ADAL" clId="{F92AF2FE-E748-4C08-A23C-B68C8214D1D6}" dt="2026-01-19T00:46:15.976" v="3786" actId="9405"/>
          <ac:inkMkLst>
            <pc:docMk/>
            <pc:sldMk cId="1221570282" sldId="274"/>
            <ac:inkMk id="15" creationId="{59DD633C-CE00-690E-B078-6D7EA44FBBE6}"/>
          </ac:inkMkLst>
        </pc:inkChg>
        <pc:inkChg chg="add">
          <ac:chgData name="Khizar Irshad Chaudhry" userId="59d5709b-c5d7-4b85-9556-fb8cf7abbe1c" providerId="ADAL" clId="{F92AF2FE-E748-4C08-A23C-B68C8214D1D6}" dt="2026-01-19T00:46:22.847" v="3787" actId="9405"/>
          <ac:inkMkLst>
            <pc:docMk/>
            <pc:sldMk cId="1221570282" sldId="274"/>
            <ac:inkMk id="16" creationId="{DD9BF1DB-A7E6-1E90-A5A8-F7DF8786A683}"/>
          </ac:inkMkLst>
        </pc:inkChg>
        <pc:inkChg chg="add del">
          <ac:chgData name="Khizar Irshad Chaudhry" userId="59d5709b-c5d7-4b85-9556-fb8cf7abbe1c" providerId="ADAL" clId="{F92AF2FE-E748-4C08-A23C-B68C8214D1D6}" dt="2026-01-19T00:46:29.510" v="3789" actId="9405"/>
          <ac:inkMkLst>
            <pc:docMk/>
            <pc:sldMk cId="1221570282" sldId="274"/>
            <ac:inkMk id="17" creationId="{2FE81BFC-63A9-1505-540B-BB237A0D3800}"/>
          </ac:inkMkLst>
        </pc:inkChg>
        <pc:inkChg chg="add">
          <ac:chgData name="Khizar Irshad Chaudhry" userId="59d5709b-c5d7-4b85-9556-fb8cf7abbe1c" providerId="ADAL" clId="{F92AF2FE-E748-4C08-A23C-B68C8214D1D6}" dt="2026-01-19T00:46:32.606" v="3790" actId="9405"/>
          <ac:inkMkLst>
            <pc:docMk/>
            <pc:sldMk cId="1221570282" sldId="274"/>
            <ac:inkMk id="18" creationId="{B162751B-7096-6608-92E6-D74D80EFE40F}"/>
          </ac:inkMkLst>
        </pc:inkChg>
      </pc:sldChg>
      <pc:sldChg chg="addSp delSp modSp add mod">
        <pc:chgData name="Khizar Irshad Chaudhry" userId="59d5709b-c5d7-4b85-9556-fb8cf7abbe1c" providerId="ADAL" clId="{F92AF2FE-E748-4C08-A23C-B68C8214D1D6}" dt="2026-01-19T01:01:17.156" v="4097" actId="20577"/>
        <pc:sldMkLst>
          <pc:docMk/>
          <pc:sldMk cId="1855620904" sldId="275"/>
        </pc:sldMkLst>
        <pc:spChg chg="add mod">
          <ac:chgData name="Khizar Irshad Chaudhry" userId="59d5709b-c5d7-4b85-9556-fb8cf7abbe1c" providerId="ADAL" clId="{F92AF2FE-E748-4C08-A23C-B68C8214D1D6}" dt="2026-01-19T01:01:17.156" v="4097" actId="20577"/>
          <ac:spMkLst>
            <pc:docMk/>
            <pc:sldMk cId="1855620904" sldId="275"/>
            <ac:spMk id="13" creationId="{D84A1000-696A-14A4-6B95-0FBF9F0CC1C7}"/>
          </ac:spMkLst>
        </pc:spChg>
        <pc:picChg chg="del">
          <ac:chgData name="Khizar Irshad Chaudhry" userId="59d5709b-c5d7-4b85-9556-fb8cf7abbe1c" providerId="ADAL" clId="{F92AF2FE-E748-4C08-A23C-B68C8214D1D6}" dt="2026-01-19T00:49:00.227" v="3805" actId="478"/>
          <ac:picMkLst>
            <pc:docMk/>
            <pc:sldMk cId="1855620904" sldId="275"/>
            <ac:picMk id="3" creationId="{5D692FE6-5678-F08C-B701-A6F8859A9A32}"/>
          </ac:picMkLst>
        </pc:picChg>
        <pc:picChg chg="del">
          <ac:chgData name="Khizar Irshad Chaudhry" userId="59d5709b-c5d7-4b85-9556-fb8cf7abbe1c" providerId="ADAL" clId="{F92AF2FE-E748-4C08-A23C-B68C8214D1D6}" dt="2026-01-19T00:48:59.101" v="3804" actId="478"/>
          <ac:picMkLst>
            <pc:docMk/>
            <pc:sldMk cId="1855620904" sldId="275"/>
            <ac:picMk id="5" creationId="{09A3C648-6E9D-820A-51DC-75D32F5E0D4F}"/>
          </ac:picMkLst>
        </pc:picChg>
        <pc:picChg chg="del">
          <ac:chgData name="Khizar Irshad Chaudhry" userId="59d5709b-c5d7-4b85-9556-fb8cf7abbe1c" providerId="ADAL" clId="{F92AF2FE-E748-4C08-A23C-B68C8214D1D6}" dt="2026-01-19T00:48:58.002" v="3803" actId="478"/>
          <ac:picMkLst>
            <pc:docMk/>
            <pc:sldMk cId="1855620904" sldId="275"/>
            <ac:picMk id="8" creationId="{E04BEEA8-E13E-EDF9-89D4-13CF1E6720F7}"/>
          </ac:picMkLst>
        </pc:picChg>
        <pc:picChg chg="del">
          <ac:chgData name="Khizar Irshad Chaudhry" userId="59d5709b-c5d7-4b85-9556-fb8cf7abbe1c" providerId="ADAL" clId="{F92AF2FE-E748-4C08-A23C-B68C8214D1D6}" dt="2026-01-19T00:48:47.076" v="3800" actId="478"/>
          <ac:picMkLst>
            <pc:docMk/>
            <pc:sldMk cId="1855620904" sldId="275"/>
            <ac:picMk id="12" creationId="{FDD39569-F7C0-A599-FFD2-C5A3E89E53EE}"/>
          </ac:picMkLst>
        </pc:picChg>
        <pc:inkChg chg="add del">
          <ac:chgData name="Khizar Irshad Chaudhry" userId="59d5709b-c5d7-4b85-9556-fb8cf7abbe1c" providerId="ADAL" clId="{F92AF2FE-E748-4C08-A23C-B68C8214D1D6}" dt="2026-01-19T00:48:34.184" v="3793" actId="9405"/>
          <ac:inkMkLst>
            <pc:docMk/>
            <pc:sldMk cId="1855620904" sldId="275"/>
            <ac:inkMk id="2" creationId="{54179067-883F-7E74-6944-90440F8768B7}"/>
          </ac:inkMkLst>
        </pc:inkChg>
        <pc:inkChg chg="add del">
          <ac:chgData name="Khizar Irshad Chaudhry" userId="59d5709b-c5d7-4b85-9556-fb8cf7abbe1c" providerId="ADAL" clId="{F92AF2FE-E748-4C08-A23C-B68C8214D1D6}" dt="2026-01-19T00:48:38.688" v="3797" actId="9405"/>
          <ac:inkMkLst>
            <pc:docMk/>
            <pc:sldMk cId="1855620904" sldId="275"/>
            <ac:inkMk id="4" creationId="{4C7E78A0-1E7E-7A96-6CBB-83D9D88E0BDB}"/>
          </ac:inkMkLst>
        </pc:inkChg>
        <pc:inkChg chg="add del">
          <ac:chgData name="Khizar Irshad Chaudhry" userId="59d5709b-c5d7-4b85-9556-fb8cf7abbe1c" providerId="ADAL" clId="{F92AF2FE-E748-4C08-A23C-B68C8214D1D6}" dt="2026-01-19T00:48:38.082" v="3796" actId="9405"/>
          <ac:inkMkLst>
            <pc:docMk/>
            <pc:sldMk cId="1855620904" sldId="275"/>
            <ac:inkMk id="7" creationId="{12903F13-5189-1225-A8F0-B9CA024C7C4C}"/>
          </ac:inkMkLst>
        </pc:inkChg>
        <pc:inkChg chg="add del">
          <ac:chgData name="Khizar Irshad Chaudhry" userId="59d5709b-c5d7-4b85-9556-fb8cf7abbe1c" providerId="ADAL" clId="{F92AF2FE-E748-4C08-A23C-B68C8214D1D6}" dt="2026-01-19T00:48:40.855" v="3799" actId="9405"/>
          <ac:inkMkLst>
            <pc:docMk/>
            <pc:sldMk cId="1855620904" sldId="275"/>
            <ac:inkMk id="11" creationId="{9F8EEF3C-CBE9-D6F9-D5DB-62118C02511D}"/>
          </ac:inkMkLst>
        </pc:inkChg>
        <pc:inkChg chg="del">
          <ac:chgData name="Khizar Irshad Chaudhry" userId="59d5709b-c5d7-4b85-9556-fb8cf7abbe1c" providerId="ADAL" clId="{F92AF2FE-E748-4C08-A23C-B68C8214D1D6}" dt="2026-01-19T00:48:48.441" v="3801" actId="478"/>
          <ac:inkMkLst>
            <pc:docMk/>
            <pc:sldMk cId="1855620904" sldId="275"/>
            <ac:inkMk id="16" creationId="{55741404-09CA-515B-17AD-2EA1AD0A9CB5}"/>
          </ac:inkMkLst>
        </pc:inkChg>
        <pc:inkChg chg="del">
          <ac:chgData name="Khizar Irshad Chaudhry" userId="59d5709b-c5d7-4b85-9556-fb8cf7abbe1c" providerId="ADAL" clId="{F92AF2FE-E748-4C08-A23C-B68C8214D1D6}" dt="2026-01-19T00:48:56.855" v="3802" actId="478"/>
          <ac:inkMkLst>
            <pc:docMk/>
            <pc:sldMk cId="1855620904" sldId="275"/>
            <ac:inkMk id="18" creationId="{7A6F2F50-2523-3CB8-4309-B7FF7842CB94}"/>
          </ac:inkMkLst>
        </pc:inkChg>
      </pc:sldChg>
      <pc:sldChg chg="addSp delSp modSp add mod ord">
        <pc:chgData name="Khizar Irshad Chaudhry" userId="59d5709b-c5d7-4b85-9556-fb8cf7abbe1c" providerId="ADAL" clId="{F92AF2FE-E748-4C08-A23C-B68C8214D1D6}" dt="2026-01-19T01:27:58.105" v="4169" actId="1076"/>
        <pc:sldMkLst>
          <pc:docMk/>
          <pc:sldMk cId="1454812728" sldId="276"/>
        </pc:sldMkLst>
        <pc:spChg chg="mod">
          <ac:chgData name="Khizar Irshad Chaudhry" userId="59d5709b-c5d7-4b85-9556-fb8cf7abbe1c" providerId="ADAL" clId="{F92AF2FE-E748-4C08-A23C-B68C8214D1D6}" dt="2026-01-19T01:25:32.458" v="4118" actId="20577"/>
          <ac:spMkLst>
            <pc:docMk/>
            <pc:sldMk cId="1454812728" sldId="276"/>
            <ac:spMk id="9" creationId="{1784F58F-F4A3-ED96-57A0-60330AD5EC42}"/>
          </ac:spMkLst>
        </pc:spChg>
        <pc:spChg chg="add del mod">
          <ac:chgData name="Khizar Irshad Chaudhry" userId="59d5709b-c5d7-4b85-9556-fb8cf7abbe1c" providerId="ADAL" clId="{F92AF2FE-E748-4C08-A23C-B68C8214D1D6}" dt="2026-01-19T01:27:58.105" v="4169" actId="1076"/>
          <ac:spMkLst>
            <pc:docMk/>
            <pc:sldMk cId="1454812728" sldId="276"/>
            <ac:spMk id="13" creationId="{93ED11A0-70D5-687F-0FB0-D7E78CC3ABEE}"/>
          </ac:spMkLst>
        </pc:spChg>
      </pc:sldChg>
      <pc:sldChg chg="modSp add mod">
        <pc:chgData name="Khizar Irshad Chaudhry" userId="59d5709b-c5d7-4b85-9556-fb8cf7abbe1c" providerId="ADAL" clId="{F92AF2FE-E748-4C08-A23C-B68C8214D1D6}" dt="2026-01-19T01:33:56.508" v="4606" actId="20577"/>
        <pc:sldMkLst>
          <pc:docMk/>
          <pc:sldMk cId="3114504190" sldId="277"/>
        </pc:sldMkLst>
        <pc:spChg chg="mod">
          <ac:chgData name="Khizar Irshad Chaudhry" userId="59d5709b-c5d7-4b85-9556-fb8cf7abbe1c" providerId="ADAL" clId="{F92AF2FE-E748-4C08-A23C-B68C8214D1D6}" dt="2026-01-19T01:33:56.508" v="4606" actId="20577"/>
          <ac:spMkLst>
            <pc:docMk/>
            <pc:sldMk cId="3114504190" sldId="277"/>
            <ac:spMk id="13" creationId="{3435925F-FBA5-38AA-E095-EB4758775143}"/>
          </ac:spMkLst>
        </pc:spChg>
      </pc:sldChg>
      <pc:sldChg chg="delSp modSp add mod">
        <pc:chgData name="Khizar Irshad Chaudhry" userId="59d5709b-c5d7-4b85-9556-fb8cf7abbe1c" providerId="ADAL" clId="{F92AF2FE-E748-4C08-A23C-B68C8214D1D6}" dt="2026-01-19T01:37:06.217" v="4734" actId="255"/>
        <pc:sldMkLst>
          <pc:docMk/>
          <pc:sldMk cId="3075250434" sldId="278"/>
        </pc:sldMkLst>
        <pc:spChg chg="mod">
          <ac:chgData name="Khizar Irshad Chaudhry" userId="59d5709b-c5d7-4b85-9556-fb8cf7abbe1c" providerId="ADAL" clId="{F92AF2FE-E748-4C08-A23C-B68C8214D1D6}" dt="2026-01-19T01:37:06.217" v="4734" actId="255"/>
          <ac:spMkLst>
            <pc:docMk/>
            <pc:sldMk cId="3075250434" sldId="278"/>
            <ac:spMk id="9" creationId="{CE4FBAF0-EB62-34B0-8996-7E168DB6E347}"/>
          </ac:spMkLst>
        </pc:spChg>
        <pc:spChg chg="del">
          <ac:chgData name="Khizar Irshad Chaudhry" userId="59d5709b-c5d7-4b85-9556-fb8cf7abbe1c" providerId="ADAL" clId="{F92AF2FE-E748-4C08-A23C-B68C8214D1D6}" dt="2026-01-19T01:36:13.762" v="4722" actId="478"/>
          <ac:spMkLst>
            <pc:docMk/>
            <pc:sldMk cId="3075250434" sldId="278"/>
            <ac:spMk id="13" creationId="{13A704A9-F07F-3AF4-72DC-EC2AFF9F2952}"/>
          </ac:spMkLst>
        </pc:spChg>
      </pc:sldChg>
      <pc:sldChg chg="new del">
        <pc:chgData name="Khizar Irshad Chaudhry" userId="59d5709b-c5d7-4b85-9556-fb8cf7abbe1c" providerId="ADAL" clId="{F92AF2FE-E748-4C08-A23C-B68C8214D1D6}" dt="2026-01-19T01:34:03.854" v="4608" actId="680"/>
        <pc:sldMkLst>
          <pc:docMk/>
          <pc:sldMk cId="3493715052" sldId="278"/>
        </pc:sldMkLst>
      </pc:sldChg>
      <pc:sldChg chg="new del">
        <pc:chgData name="Khizar Irshad Chaudhry" userId="59d5709b-c5d7-4b85-9556-fb8cf7abbe1c" providerId="ADAL" clId="{F92AF2FE-E748-4C08-A23C-B68C8214D1D6}" dt="2026-01-19T01:40:05.965" v="4780" actId="2696"/>
        <pc:sldMkLst>
          <pc:docMk/>
          <pc:sldMk cId="993845179" sldId="279"/>
        </pc:sldMkLst>
      </pc:sldChg>
      <pc:sldChg chg="add del setBg">
        <pc:chgData name="Khizar Irshad Chaudhry" userId="59d5709b-c5d7-4b85-9556-fb8cf7abbe1c" providerId="ADAL" clId="{F92AF2FE-E748-4C08-A23C-B68C8214D1D6}" dt="2026-01-19T01:40:09.471" v="4782"/>
        <pc:sldMkLst>
          <pc:docMk/>
          <pc:sldMk cId="3773520668" sldId="279"/>
        </pc:sldMkLst>
      </pc:sldChg>
      <pc:sldChg chg="addSp delSp modSp add del mod setBg">
        <pc:chgData name="Khizar Irshad Chaudhry" userId="59d5709b-c5d7-4b85-9556-fb8cf7abbe1c" providerId="ADAL" clId="{F92AF2FE-E748-4C08-A23C-B68C8214D1D6}" dt="2026-01-19T01:42:04.742" v="4793" actId="478"/>
        <pc:sldMkLst>
          <pc:docMk/>
          <pc:sldMk cId="4263001582" sldId="279"/>
        </pc:sldMkLst>
        <pc:spChg chg="add del">
          <ac:chgData name="Khizar Irshad Chaudhry" userId="59d5709b-c5d7-4b85-9556-fb8cf7abbe1c" providerId="ADAL" clId="{F92AF2FE-E748-4C08-A23C-B68C8214D1D6}" dt="2026-01-19T01:42:04.742" v="4793" actId="478"/>
          <ac:spMkLst>
            <pc:docMk/>
            <pc:sldMk cId="4263001582" sldId="279"/>
            <ac:spMk id="9" creationId="{A00C2CFA-B686-2F82-8E6F-B18325ECF14F}"/>
          </ac:spMkLst>
        </pc:spChg>
        <pc:spChg chg="mod ord">
          <ac:chgData name="Khizar Irshad Chaudhry" userId="59d5709b-c5d7-4b85-9556-fb8cf7abbe1c" providerId="ADAL" clId="{F92AF2FE-E748-4C08-A23C-B68C8214D1D6}" dt="2026-01-19T01:42:02.087" v="4789" actId="26606"/>
          <ac:spMkLst>
            <pc:docMk/>
            <pc:sldMk cId="4263001582" sldId="279"/>
            <ac:spMk id="10" creationId="{3E71AE28-1E84-91A6-6CA1-790F0C359040}"/>
          </ac:spMkLst>
        </pc:spChg>
        <pc:spChg chg="add del">
          <ac:chgData name="Khizar Irshad Chaudhry" userId="59d5709b-c5d7-4b85-9556-fb8cf7abbe1c" providerId="ADAL" clId="{F92AF2FE-E748-4C08-A23C-B68C8214D1D6}" dt="2026-01-19T01:42:00.082" v="4787" actId="26606"/>
          <ac:spMkLst>
            <pc:docMk/>
            <pc:sldMk cId="4263001582" sldId="279"/>
            <ac:spMk id="5127" creationId="{F3060C83-F051-4F0E-ABAD-AA0DFC48B218}"/>
          </ac:spMkLst>
        </pc:spChg>
        <pc:spChg chg="add del">
          <ac:chgData name="Khizar Irshad Chaudhry" userId="59d5709b-c5d7-4b85-9556-fb8cf7abbe1c" providerId="ADAL" clId="{F92AF2FE-E748-4C08-A23C-B68C8214D1D6}" dt="2026-01-19T01:42:00.082" v="4787" actId="26606"/>
          <ac:spMkLst>
            <pc:docMk/>
            <pc:sldMk cId="4263001582" sldId="279"/>
            <ac:spMk id="5129" creationId="{83C98ABE-055B-441F-B07E-44F97F083C39}"/>
          </ac:spMkLst>
        </pc:spChg>
        <pc:spChg chg="add del">
          <ac:chgData name="Khizar Irshad Chaudhry" userId="59d5709b-c5d7-4b85-9556-fb8cf7abbe1c" providerId="ADAL" clId="{F92AF2FE-E748-4C08-A23C-B68C8214D1D6}" dt="2026-01-19T01:42:00.082" v="4787" actId="26606"/>
          <ac:spMkLst>
            <pc:docMk/>
            <pc:sldMk cId="4263001582" sldId="279"/>
            <ac:spMk id="5131" creationId="{29FDB030-9B49-4CED-8CCD-4D99382388AC}"/>
          </ac:spMkLst>
        </pc:spChg>
        <pc:spChg chg="add del">
          <ac:chgData name="Khizar Irshad Chaudhry" userId="59d5709b-c5d7-4b85-9556-fb8cf7abbe1c" providerId="ADAL" clId="{F92AF2FE-E748-4C08-A23C-B68C8214D1D6}" dt="2026-01-19T01:42:00.082" v="4787" actId="26606"/>
          <ac:spMkLst>
            <pc:docMk/>
            <pc:sldMk cId="4263001582" sldId="279"/>
            <ac:spMk id="5133" creationId="{3783CA14-24A1-485C-8B30-D6A5D87987AD}"/>
          </ac:spMkLst>
        </pc:spChg>
        <pc:spChg chg="add del">
          <ac:chgData name="Khizar Irshad Chaudhry" userId="59d5709b-c5d7-4b85-9556-fb8cf7abbe1c" providerId="ADAL" clId="{F92AF2FE-E748-4C08-A23C-B68C8214D1D6}" dt="2026-01-19T01:42:00.082" v="4787" actId="26606"/>
          <ac:spMkLst>
            <pc:docMk/>
            <pc:sldMk cId="4263001582" sldId="279"/>
            <ac:spMk id="5135" creationId="{9A97C86A-04D6-40F7-AE84-31AB43E6A846}"/>
          </ac:spMkLst>
        </pc:spChg>
        <pc:spChg chg="add del">
          <ac:chgData name="Khizar Irshad Chaudhry" userId="59d5709b-c5d7-4b85-9556-fb8cf7abbe1c" providerId="ADAL" clId="{F92AF2FE-E748-4C08-A23C-B68C8214D1D6}" dt="2026-01-19T01:42:00.082" v="4787" actId="26606"/>
          <ac:spMkLst>
            <pc:docMk/>
            <pc:sldMk cId="4263001582" sldId="279"/>
            <ac:spMk id="5137" creationId="{FF9F2414-84E8-453E-B1F3-389FDE8192D9}"/>
          </ac:spMkLst>
        </pc:spChg>
        <pc:spChg chg="add del">
          <ac:chgData name="Khizar Irshad Chaudhry" userId="59d5709b-c5d7-4b85-9556-fb8cf7abbe1c" providerId="ADAL" clId="{F92AF2FE-E748-4C08-A23C-B68C8214D1D6}" dt="2026-01-19T01:42:00.082" v="4787" actId="26606"/>
          <ac:spMkLst>
            <pc:docMk/>
            <pc:sldMk cId="4263001582" sldId="279"/>
            <ac:spMk id="5139" creationId="{3ECA69A1-7536-43AC-85EF-C7106179F5ED}"/>
          </ac:spMkLst>
        </pc:spChg>
        <pc:spChg chg="add del">
          <ac:chgData name="Khizar Irshad Chaudhry" userId="59d5709b-c5d7-4b85-9556-fb8cf7abbe1c" providerId="ADAL" clId="{F92AF2FE-E748-4C08-A23C-B68C8214D1D6}" dt="2026-01-19T01:42:02.087" v="4789" actId="26606"/>
          <ac:spMkLst>
            <pc:docMk/>
            <pc:sldMk cId="4263001582" sldId="279"/>
            <ac:spMk id="5141" creationId="{32BC26D8-82FB-445E-AA49-62A77D7C1EE0}"/>
          </ac:spMkLst>
        </pc:spChg>
        <pc:spChg chg="add del">
          <ac:chgData name="Khizar Irshad Chaudhry" userId="59d5709b-c5d7-4b85-9556-fb8cf7abbe1c" providerId="ADAL" clId="{F92AF2FE-E748-4C08-A23C-B68C8214D1D6}" dt="2026-01-19T01:42:02.087" v="4789" actId="26606"/>
          <ac:spMkLst>
            <pc:docMk/>
            <pc:sldMk cId="4263001582" sldId="279"/>
            <ac:spMk id="5142" creationId="{CB44330D-EA18-4254-AA95-EB49948539B8}"/>
          </ac:spMkLst>
        </pc:spChg>
        <pc:picChg chg="ord">
          <ac:chgData name="Khizar Irshad Chaudhry" userId="59d5709b-c5d7-4b85-9556-fb8cf7abbe1c" providerId="ADAL" clId="{F92AF2FE-E748-4C08-A23C-B68C8214D1D6}" dt="2026-01-19T01:42:00.082" v="4787" actId="26606"/>
          <ac:picMkLst>
            <pc:docMk/>
            <pc:sldMk cId="4263001582" sldId="279"/>
            <ac:picMk id="6" creationId="{EAC047BC-7139-4C0D-A8A7-A54FC5878D28}"/>
          </ac:picMkLst>
        </pc:picChg>
        <pc:picChg chg="ord">
          <ac:chgData name="Khizar Irshad Chaudhry" userId="59d5709b-c5d7-4b85-9556-fb8cf7abbe1c" providerId="ADAL" clId="{F92AF2FE-E748-4C08-A23C-B68C8214D1D6}" dt="2026-01-19T01:42:00.082" v="4787" actId="26606"/>
          <ac:picMkLst>
            <pc:docMk/>
            <pc:sldMk cId="4263001582" sldId="279"/>
            <ac:picMk id="1028" creationId="{4A86D1F1-24BF-2580-356E-AEFAE565786E}"/>
          </ac:picMkLst>
        </pc:picChg>
        <pc:picChg chg="add mod ord">
          <ac:chgData name="Khizar Irshad Chaudhry" userId="59d5709b-c5d7-4b85-9556-fb8cf7abbe1c" providerId="ADAL" clId="{F92AF2FE-E748-4C08-A23C-B68C8214D1D6}" dt="2026-01-19T01:42:02.087" v="4789" actId="26606"/>
          <ac:picMkLst>
            <pc:docMk/>
            <pc:sldMk cId="4263001582" sldId="279"/>
            <ac:picMk id="5122" creationId="{B27A8D8C-E032-67B6-CE80-0202EED52423}"/>
          </ac:picMkLst>
        </pc:picChg>
      </pc:sldChg>
      <pc:sldChg chg="addSp delSp modSp add">
        <pc:chgData name="Khizar Irshad Chaudhry" userId="59d5709b-c5d7-4b85-9556-fb8cf7abbe1c" providerId="ADAL" clId="{F92AF2FE-E748-4C08-A23C-B68C8214D1D6}" dt="2026-01-19T01:43:11.617" v="4800" actId="1076"/>
        <pc:sldMkLst>
          <pc:docMk/>
          <pc:sldMk cId="3449784370" sldId="280"/>
        </pc:sldMkLst>
        <pc:picChg chg="del">
          <ac:chgData name="Khizar Irshad Chaudhry" userId="59d5709b-c5d7-4b85-9556-fb8cf7abbe1c" providerId="ADAL" clId="{F92AF2FE-E748-4C08-A23C-B68C8214D1D6}" dt="2026-01-19T01:42:07.977" v="4795" actId="478"/>
          <ac:picMkLst>
            <pc:docMk/>
            <pc:sldMk cId="3449784370" sldId="280"/>
            <ac:picMk id="5122" creationId="{6804648A-EBC8-5EFB-5CA6-3739388C9AA3}"/>
          </ac:picMkLst>
        </pc:picChg>
        <pc:picChg chg="add mod">
          <ac:chgData name="Khizar Irshad Chaudhry" userId="59d5709b-c5d7-4b85-9556-fb8cf7abbe1c" providerId="ADAL" clId="{F92AF2FE-E748-4C08-A23C-B68C8214D1D6}" dt="2026-01-19T01:43:11.617" v="4800" actId="1076"/>
          <ac:picMkLst>
            <pc:docMk/>
            <pc:sldMk cId="3449784370" sldId="280"/>
            <ac:picMk id="6146" creationId="{971CA448-7E6C-9832-DB78-7B8C69CEDF5B}"/>
          </ac:picMkLst>
        </pc:picChg>
      </pc:sldChg>
      <pc:sldChg chg="addSp delSp modSp add mod">
        <pc:chgData name="Khizar Irshad Chaudhry" userId="59d5709b-c5d7-4b85-9556-fb8cf7abbe1c" providerId="ADAL" clId="{F92AF2FE-E748-4C08-A23C-B68C8214D1D6}" dt="2026-01-19T01:54:22.232" v="5076" actId="20577"/>
        <pc:sldMkLst>
          <pc:docMk/>
          <pc:sldMk cId="115853587" sldId="281"/>
        </pc:sldMkLst>
        <pc:spChg chg="add mod">
          <ac:chgData name="Khizar Irshad Chaudhry" userId="59d5709b-c5d7-4b85-9556-fb8cf7abbe1c" providerId="ADAL" clId="{F92AF2FE-E748-4C08-A23C-B68C8214D1D6}" dt="2026-01-19T01:54:22.232" v="5076" actId="20577"/>
          <ac:spMkLst>
            <pc:docMk/>
            <pc:sldMk cId="115853587" sldId="281"/>
            <ac:spMk id="2" creationId="{CB330AD3-C26F-1F31-2625-503A3153E704}"/>
          </ac:spMkLst>
        </pc:spChg>
        <pc:picChg chg="del">
          <ac:chgData name="Khizar Irshad Chaudhry" userId="59d5709b-c5d7-4b85-9556-fb8cf7abbe1c" providerId="ADAL" clId="{F92AF2FE-E748-4C08-A23C-B68C8214D1D6}" dt="2026-01-19T01:43:22.847" v="4802" actId="478"/>
          <ac:picMkLst>
            <pc:docMk/>
            <pc:sldMk cId="115853587" sldId="281"/>
            <ac:picMk id="6146" creationId="{69A4043E-14AE-D7D6-5A79-93B4C3F9DCD4}"/>
          </ac:picMkLst>
        </pc:picChg>
      </pc:sldChg>
      <pc:sldChg chg="addSp delSp modSp add">
        <pc:chgData name="Khizar Irshad Chaudhry" userId="59d5709b-c5d7-4b85-9556-fb8cf7abbe1c" providerId="ADAL" clId="{F92AF2FE-E748-4C08-A23C-B68C8214D1D6}" dt="2026-01-19T09:08:20.610" v="5086" actId="1076"/>
        <pc:sldMkLst>
          <pc:docMk/>
          <pc:sldMk cId="1435439023" sldId="282"/>
        </pc:sldMkLst>
        <pc:picChg chg="del">
          <ac:chgData name="Khizar Irshad Chaudhry" userId="59d5709b-c5d7-4b85-9556-fb8cf7abbe1c" providerId="ADAL" clId="{F92AF2FE-E748-4C08-A23C-B68C8214D1D6}" dt="2026-01-19T09:08:00.365" v="5078" actId="478"/>
          <ac:picMkLst>
            <pc:docMk/>
            <pc:sldMk cId="1435439023" sldId="282"/>
            <ac:picMk id="5122" creationId="{A4AE934C-3AFB-C836-FF5E-C89F0A1B60CA}"/>
          </ac:picMkLst>
        </pc:picChg>
        <pc:picChg chg="add mod">
          <ac:chgData name="Khizar Irshad Chaudhry" userId="59d5709b-c5d7-4b85-9556-fb8cf7abbe1c" providerId="ADAL" clId="{F92AF2FE-E748-4C08-A23C-B68C8214D1D6}" dt="2026-01-19T09:08:20.610" v="5086" actId="1076"/>
          <ac:picMkLst>
            <pc:docMk/>
            <pc:sldMk cId="1435439023" sldId="282"/>
            <ac:picMk id="7170" creationId="{28F6FFA3-3BCD-7476-9A48-C25A16CB85B4}"/>
          </ac:picMkLst>
        </pc:picChg>
      </pc:sldChg>
    </pc:docChg>
  </pc:docChgLst>
  <pc:docChgLst>
    <pc:chgData name="Musfirah Sultan" userId="79e9849f-d663-40b9-a328-f331e9d0599e" providerId="ADAL" clId="{2CE09E47-72DE-0E49-B9D5-C3EDF2F6F133}"/>
    <pc:docChg chg="custSel modSld">
      <pc:chgData name="Musfirah Sultan" userId="79e9849f-d663-40b9-a328-f331e9d0599e" providerId="ADAL" clId="{2CE09E47-72DE-0E49-B9D5-C3EDF2F6F133}" dt="2026-01-19T02:02:36.609" v="26" actId="313"/>
      <pc:docMkLst>
        <pc:docMk/>
      </pc:docMkLst>
      <pc:sldChg chg="addSp modSp mod">
        <pc:chgData name="Musfirah Sultan" userId="79e9849f-d663-40b9-a328-f331e9d0599e" providerId="ADAL" clId="{2CE09E47-72DE-0E49-B9D5-C3EDF2F6F133}" dt="2026-01-19T00:32:27.685" v="25"/>
        <pc:sldMkLst>
          <pc:docMk/>
          <pc:sldMk cId="1262792650" sldId="273"/>
        </pc:sldMkLst>
        <pc:spChg chg="add mod">
          <ac:chgData name="Musfirah Sultan" userId="79e9849f-d663-40b9-a328-f331e9d0599e" providerId="ADAL" clId="{2CE09E47-72DE-0E49-B9D5-C3EDF2F6F133}" dt="2026-01-19T00:29:14.524" v="18" actId="20577"/>
          <ac:spMkLst>
            <pc:docMk/>
            <pc:sldMk cId="1262792650" sldId="273"/>
            <ac:spMk id="2" creationId="{7F9BB5B3-00A6-9CCC-BDBA-8DC9309DD5DB}"/>
          </ac:spMkLst>
        </pc:spChg>
        <pc:spChg chg="add mod">
          <ac:chgData name="Musfirah Sultan" userId="79e9849f-d663-40b9-a328-f331e9d0599e" providerId="ADAL" clId="{2CE09E47-72DE-0E49-B9D5-C3EDF2F6F133}" dt="2026-01-19T00:32:26.401" v="19"/>
          <ac:spMkLst>
            <pc:docMk/>
            <pc:sldMk cId="1262792650" sldId="273"/>
            <ac:spMk id="3" creationId="{408B44EB-256E-D86F-2FF4-39EA47708D81}"/>
          </ac:spMkLst>
        </pc:spChg>
        <pc:spChg chg="add mod">
          <ac:chgData name="Musfirah Sultan" userId="79e9849f-d663-40b9-a328-f331e9d0599e" providerId="ADAL" clId="{2CE09E47-72DE-0E49-B9D5-C3EDF2F6F133}" dt="2026-01-19T00:32:26.647" v="20"/>
          <ac:spMkLst>
            <pc:docMk/>
            <pc:sldMk cId="1262792650" sldId="273"/>
            <ac:spMk id="4" creationId="{F3AE0396-D971-651D-4D9D-2215E0280039}"/>
          </ac:spMkLst>
        </pc:spChg>
        <pc:spChg chg="add mod">
          <ac:chgData name="Musfirah Sultan" userId="79e9849f-d663-40b9-a328-f331e9d0599e" providerId="ADAL" clId="{2CE09E47-72DE-0E49-B9D5-C3EDF2F6F133}" dt="2026-01-19T00:32:26.939" v="21"/>
          <ac:spMkLst>
            <pc:docMk/>
            <pc:sldMk cId="1262792650" sldId="273"/>
            <ac:spMk id="5" creationId="{BC402DE5-5795-1955-9612-5209F796AB25}"/>
          </ac:spMkLst>
        </pc:spChg>
        <pc:spChg chg="add mod">
          <ac:chgData name="Musfirah Sultan" userId="79e9849f-d663-40b9-a328-f331e9d0599e" providerId="ADAL" clId="{2CE09E47-72DE-0E49-B9D5-C3EDF2F6F133}" dt="2026-01-19T00:32:27.107" v="22"/>
          <ac:spMkLst>
            <pc:docMk/>
            <pc:sldMk cId="1262792650" sldId="273"/>
            <ac:spMk id="7" creationId="{BE8AE9A4-5EE5-D193-EA9C-513B3B8FEDBF}"/>
          </ac:spMkLst>
        </pc:spChg>
        <pc:spChg chg="add mod">
          <ac:chgData name="Musfirah Sultan" userId="79e9849f-d663-40b9-a328-f331e9d0599e" providerId="ADAL" clId="{2CE09E47-72DE-0E49-B9D5-C3EDF2F6F133}" dt="2026-01-19T00:32:27.357" v="23"/>
          <ac:spMkLst>
            <pc:docMk/>
            <pc:sldMk cId="1262792650" sldId="273"/>
            <ac:spMk id="8" creationId="{CC935959-4627-76B1-5B27-24C8AEB7DE04}"/>
          </ac:spMkLst>
        </pc:spChg>
        <pc:spChg chg="add mod">
          <ac:chgData name="Musfirah Sultan" userId="79e9849f-d663-40b9-a328-f331e9d0599e" providerId="ADAL" clId="{2CE09E47-72DE-0E49-B9D5-C3EDF2F6F133}" dt="2026-01-19T00:32:27.535" v="24"/>
          <ac:spMkLst>
            <pc:docMk/>
            <pc:sldMk cId="1262792650" sldId="273"/>
            <ac:spMk id="11" creationId="{54B35311-8E1D-27BD-5BA5-1A971F961B08}"/>
          </ac:spMkLst>
        </pc:spChg>
        <pc:spChg chg="add mod">
          <ac:chgData name="Musfirah Sultan" userId="79e9849f-d663-40b9-a328-f331e9d0599e" providerId="ADAL" clId="{2CE09E47-72DE-0E49-B9D5-C3EDF2F6F133}" dt="2026-01-19T00:32:27.685" v="25"/>
          <ac:spMkLst>
            <pc:docMk/>
            <pc:sldMk cId="1262792650" sldId="273"/>
            <ac:spMk id="12" creationId="{762C7C62-E0C4-5483-4859-88CC5A472E3D}"/>
          </ac:spMkLst>
        </pc:spChg>
      </pc:sldChg>
      <pc:sldChg chg="modSp mod">
        <pc:chgData name="Musfirah Sultan" userId="79e9849f-d663-40b9-a328-f331e9d0599e" providerId="ADAL" clId="{2CE09E47-72DE-0E49-B9D5-C3EDF2F6F133}" dt="2026-01-19T02:02:36.609" v="26" actId="313"/>
        <pc:sldMkLst>
          <pc:docMk/>
          <pc:sldMk cId="3075250434" sldId="278"/>
        </pc:sldMkLst>
        <pc:spChg chg="mod">
          <ac:chgData name="Musfirah Sultan" userId="79e9849f-d663-40b9-a328-f331e9d0599e" providerId="ADAL" clId="{2CE09E47-72DE-0E49-B9D5-C3EDF2F6F133}" dt="2026-01-19T02:02:36.609" v="26" actId="313"/>
          <ac:spMkLst>
            <pc:docMk/>
            <pc:sldMk cId="3075250434" sldId="278"/>
            <ac:spMk id="9" creationId="{CE4FBAF0-EB62-34B0-8996-7E168DB6E347}"/>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9T00:46:22.845"/>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0 214,'116'-1,"125"3,-133 11,26 1,313 26,-431-38,700 37,-649-36,125 21,-63-4,-32-13,124-7,-94-2,140-15,-128 6,-26-1,32-1,-104 10,-1-3,52-12,-51 9,0 1,52-3,12 13,-75 0,-1-1,1-2,-1 0,1-2,-1-1,38-11,-38 6,1 1,-1 2,1 1,36-1,122 5,-100 2,-58 1,57 10,15 2,-36-10,0 2,-1 4,105 29,-131-30,0-2,0-1,62 0,27 4,133 16,-150-16,196-8,-146-4,-133 2,1 0,0 3,-1 0,29 8,134 24,-76-16,60 8,-168-26,24 8,-27-2,-17 3,-17 2,0-2,-46 9,44-11,0 0,-41 18,35-11,-2-1,1-1,-73 11,26-5,50-10,0-1,-54 3,-63 3,-49 1,156-13,-54 9,-33 2,-224-15,-116 4,431 0,-137 0,-21-5,138 5,-1-3,1-3,-90-16,-199-38,249 44,5-1,30 3,-101-3,85 10,-87-17,-66-3,-182 23,198 4,49 12,-4 0,144-14,-17 1,1-2,-1-2,1-2,-74-17,71 9,34 10,1 0,0-2,0 0,-26-13,36 15,0 0,1 0,0 0,0-1,0 0,0 0,0 0,1 0,0 0,0-1,0 1,0-1,1 0,0 0,0 0,0 0,0-1,-1-6,3 5,-1 0,1 0,0 1,0-1,1 0,0 1,0-1,1 0,-1 1,1 0,1-1,-1 1,1 0,0 0,1 0,-1 1,1-1,0 1,1 0,-1 0,1 0,0 0,9-5,9-7,0 1,1 1,1 1,33-13,113-59,-158 81,1 0,-1 1,1 0,0 1,0 1,21-2,40-7,-37 1,-1 1,2 2,-1 1,42 1,160-8,9 0,1238 14,-1436 1,53 10,37 1,553-12,-334-3,-317 5,68 11,-42-4,-22-1,1 2,-2 2,79 32,-102-36,50 18,2-3,153 28,-170-41,-35-6,0-1,31 2,-32-6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9T00:46:32.606"/>
    </inkml:context>
    <inkml:brush xml:id="br0">
      <inkml:brushProperty name="width" value="0.3" units="cm"/>
      <inkml:brushProperty name="height" value="0.6" units="cm"/>
      <inkml:brushProperty name="color" value="#00B44B"/>
      <inkml:brushProperty name="tip" value="rectangle"/>
      <inkml:brushProperty name="rasterOp" value="maskPen"/>
      <inkml:brushProperty name="ignorePressure" value="1"/>
    </inkml:brush>
  </inkml:definitions>
  <inkml:trace contextRef="#ctx0" brushRef="#br0">0 0,'38'2,"0"2,65 16,22 2,-26-8,-44-5,67 1,-63-10,20 0,106 15,-80-5,202-7,-150-6,647 3,-791 1,0-1,0 2,0 0,-1 1,1 0,0 1,-1 0,14 7,-25-11,-1 0,1 0,-1 0,1 1,-1-1,0 0,1 0,-1 0,0 1,1-1,-1 0,0 1,1-1,-1 0,0 0,1 1,-1-1,0 1,0-1,1 0,-1 1,0-1,0 1,0-1,0 0,0 1,1-1,-1 1,0-1,0 1,0-1,0 0,0 1,0-1,-1 1,1-1,0 1,0-1,0 0,0 1,0-1,-1 1,1-1,0 1,-23 13,-31 2,-11-9,1-3,-93-7,31 0,-45 6,-190-7,253-8,58 5,-62-1,53 6,-1-4,-60-13,62 9,-1 2,-65-1,86 7,-1-2,0-2,1-1,-65-22,29 8,57 17,-1 1,1 1,-26 0,20 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A2F0-F8D5-4731-ACAB-FBD6FAD52AB8}" type="datetimeFigureOut">
              <a:rPr lang="da-DK" smtClean="0"/>
              <a:t>19-01-2026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0E2E66-1B2D-4DF8-84F2-D0289302CA5D}" type="slidenum">
              <a:rPr lang="da-DK" smtClean="0"/>
              <a:t>‹#›</a:t>
            </a:fld>
            <a:endParaRPr lang="da-DK"/>
          </a:p>
        </p:txBody>
      </p:sp>
    </p:spTree>
    <p:extLst>
      <p:ext uri="{BB962C8B-B14F-4D97-AF65-F5344CB8AC3E}">
        <p14:creationId xmlns:p14="http://schemas.microsoft.com/office/powerpoint/2010/main" val="450696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a-DK"/>
          </a:p>
        </p:txBody>
      </p:sp>
      <p:sp>
        <p:nvSpPr>
          <p:cNvPr id="4" name="Slide Number Placeholder 3"/>
          <p:cNvSpPr>
            <a:spLocks noGrp="1"/>
          </p:cNvSpPr>
          <p:nvPr>
            <p:ph type="sldNum" sz="quarter" idx="5"/>
          </p:nvPr>
        </p:nvSpPr>
        <p:spPr/>
        <p:txBody>
          <a:bodyPr/>
          <a:lstStyle/>
          <a:p>
            <a:fld id="{930E2E66-1B2D-4DF8-84F2-D0289302CA5D}" type="slidenum">
              <a:rPr lang="da-DK" smtClean="0"/>
              <a:t>1</a:t>
            </a:fld>
            <a:endParaRPr lang="da-DK"/>
          </a:p>
        </p:txBody>
      </p:sp>
    </p:spTree>
    <p:extLst>
      <p:ext uri="{BB962C8B-B14F-4D97-AF65-F5344CB8AC3E}">
        <p14:creationId xmlns:p14="http://schemas.microsoft.com/office/powerpoint/2010/main" val="24165795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D8E83-860E-07B9-E543-EF2D27CC9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742FAB-F524-F855-AB0A-5E6E1E7F1E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C3AFB8-6348-91BB-43CB-17E487DF318D}"/>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1DFDE680-59CC-BD7A-D955-C4804D26B9FF}"/>
              </a:ext>
            </a:extLst>
          </p:cNvPr>
          <p:cNvSpPr>
            <a:spLocks noGrp="1"/>
          </p:cNvSpPr>
          <p:nvPr>
            <p:ph type="sldNum" sz="quarter" idx="5"/>
          </p:nvPr>
        </p:nvSpPr>
        <p:spPr/>
        <p:txBody>
          <a:bodyPr/>
          <a:lstStyle/>
          <a:p>
            <a:fld id="{930E2E66-1B2D-4DF8-84F2-D0289302CA5D}" type="slidenum">
              <a:rPr lang="da-DK" smtClean="0"/>
              <a:t>2</a:t>
            </a:fld>
            <a:endParaRPr lang="da-DK"/>
          </a:p>
        </p:txBody>
      </p:sp>
    </p:spTree>
    <p:extLst>
      <p:ext uri="{BB962C8B-B14F-4D97-AF65-F5344CB8AC3E}">
        <p14:creationId xmlns:p14="http://schemas.microsoft.com/office/powerpoint/2010/main" val="3668819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46C00-F7BB-7BF7-19CF-1E944605F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159FE-D83A-6C81-BBAA-A0082672A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F80F8-56E0-77C9-2AF8-8152819E79F7}"/>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882B44D7-1B12-DC32-AFAC-573468A66C32}"/>
              </a:ext>
            </a:extLst>
          </p:cNvPr>
          <p:cNvSpPr>
            <a:spLocks noGrp="1"/>
          </p:cNvSpPr>
          <p:nvPr>
            <p:ph type="sldNum" sz="quarter" idx="5"/>
          </p:nvPr>
        </p:nvSpPr>
        <p:spPr/>
        <p:txBody>
          <a:bodyPr/>
          <a:lstStyle/>
          <a:p>
            <a:fld id="{930E2E66-1B2D-4DF8-84F2-D0289302CA5D}" type="slidenum">
              <a:rPr lang="da-DK" smtClean="0"/>
              <a:t>3</a:t>
            </a:fld>
            <a:endParaRPr lang="da-DK"/>
          </a:p>
        </p:txBody>
      </p:sp>
    </p:spTree>
    <p:extLst>
      <p:ext uri="{BB962C8B-B14F-4D97-AF65-F5344CB8AC3E}">
        <p14:creationId xmlns:p14="http://schemas.microsoft.com/office/powerpoint/2010/main" val="3597450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02658-E3CB-6FED-71F1-32F219F33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E2A54-E0D4-583D-85A6-53813B97C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7664AB-FCBC-AE29-6862-E9B6B27E758F}"/>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D3DEF936-9580-C628-D57D-A39B85DDE785}"/>
              </a:ext>
            </a:extLst>
          </p:cNvPr>
          <p:cNvSpPr>
            <a:spLocks noGrp="1"/>
          </p:cNvSpPr>
          <p:nvPr>
            <p:ph type="sldNum" sz="quarter" idx="5"/>
          </p:nvPr>
        </p:nvSpPr>
        <p:spPr/>
        <p:txBody>
          <a:bodyPr/>
          <a:lstStyle/>
          <a:p>
            <a:fld id="{930E2E66-1B2D-4DF8-84F2-D0289302CA5D}" type="slidenum">
              <a:rPr lang="da-DK" smtClean="0"/>
              <a:t>4</a:t>
            </a:fld>
            <a:endParaRPr lang="da-DK"/>
          </a:p>
        </p:txBody>
      </p:sp>
    </p:spTree>
    <p:extLst>
      <p:ext uri="{BB962C8B-B14F-4D97-AF65-F5344CB8AC3E}">
        <p14:creationId xmlns:p14="http://schemas.microsoft.com/office/powerpoint/2010/main" val="2703900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0739-69F7-9DA2-E608-2792C79DC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84397-EF2C-E659-DABA-C8492FF1A6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C2036-A298-E92B-D75B-FB5F854F61BD}"/>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A9914902-DD2A-91FF-52BB-CF48F27E85C5}"/>
              </a:ext>
            </a:extLst>
          </p:cNvPr>
          <p:cNvSpPr>
            <a:spLocks noGrp="1"/>
          </p:cNvSpPr>
          <p:nvPr>
            <p:ph type="sldNum" sz="quarter" idx="5"/>
          </p:nvPr>
        </p:nvSpPr>
        <p:spPr/>
        <p:txBody>
          <a:bodyPr/>
          <a:lstStyle/>
          <a:p>
            <a:fld id="{930E2E66-1B2D-4DF8-84F2-D0289302CA5D}" type="slidenum">
              <a:rPr lang="da-DK" smtClean="0"/>
              <a:t>5</a:t>
            </a:fld>
            <a:endParaRPr lang="da-DK"/>
          </a:p>
        </p:txBody>
      </p:sp>
    </p:spTree>
    <p:extLst>
      <p:ext uri="{BB962C8B-B14F-4D97-AF65-F5344CB8AC3E}">
        <p14:creationId xmlns:p14="http://schemas.microsoft.com/office/powerpoint/2010/main" val="2874492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1590B-466F-355E-9746-8B3A03856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5AB250-4F2F-A667-D689-6C3B0579A5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0A683-D1E0-8241-7E58-60C726B653B9}"/>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F6C4C635-2A6A-C957-4E3D-2C42F1D78E70}"/>
              </a:ext>
            </a:extLst>
          </p:cNvPr>
          <p:cNvSpPr>
            <a:spLocks noGrp="1"/>
          </p:cNvSpPr>
          <p:nvPr>
            <p:ph type="sldNum" sz="quarter" idx="5"/>
          </p:nvPr>
        </p:nvSpPr>
        <p:spPr/>
        <p:txBody>
          <a:bodyPr/>
          <a:lstStyle/>
          <a:p>
            <a:fld id="{930E2E66-1B2D-4DF8-84F2-D0289302CA5D}" type="slidenum">
              <a:rPr lang="da-DK" smtClean="0"/>
              <a:t>6</a:t>
            </a:fld>
            <a:endParaRPr lang="da-DK"/>
          </a:p>
        </p:txBody>
      </p:sp>
    </p:spTree>
    <p:extLst>
      <p:ext uri="{BB962C8B-B14F-4D97-AF65-F5344CB8AC3E}">
        <p14:creationId xmlns:p14="http://schemas.microsoft.com/office/powerpoint/2010/main" val="2274065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8F7FF-A050-66F6-9FE6-3758CF2E1B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609AC6-7D3E-1626-64E8-C99781E18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2A5277-68C2-569F-2574-B15F0F9BF58C}"/>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2546C922-0A8C-5B36-8521-F011FEDB920E}"/>
              </a:ext>
            </a:extLst>
          </p:cNvPr>
          <p:cNvSpPr>
            <a:spLocks noGrp="1"/>
          </p:cNvSpPr>
          <p:nvPr>
            <p:ph type="sldNum" sz="quarter" idx="5"/>
          </p:nvPr>
        </p:nvSpPr>
        <p:spPr/>
        <p:txBody>
          <a:bodyPr/>
          <a:lstStyle/>
          <a:p>
            <a:fld id="{930E2E66-1B2D-4DF8-84F2-D0289302CA5D}" type="slidenum">
              <a:rPr lang="da-DK" smtClean="0"/>
              <a:t>7</a:t>
            </a:fld>
            <a:endParaRPr lang="da-DK"/>
          </a:p>
        </p:txBody>
      </p:sp>
    </p:spTree>
    <p:extLst>
      <p:ext uri="{BB962C8B-B14F-4D97-AF65-F5344CB8AC3E}">
        <p14:creationId xmlns:p14="http://schemas.microsoft.com/office/powerpoint/2010/main" val="3450294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8ACA-9693-6995-627B-4168984AF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4D0DD-AE99-0C71-EF82-6C8030A78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E6F75-9E11-BFEF-F2DE-31CB5AA90CCA}"/>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DB45C030-25B4-599F-5BA1-50CFA9EE5B53}"/>
              </a:ext>
            </a:extLst>
          </p:cNvPr>
          <p:cNvSpPr>
            <a:spLocks noGrp="1"/>
          </p:cNvSpPr>
          <p:nvPr>
            <p:ph type="sldNum" sz="quarter" idx="5"/>
          </p:nvPr>
        </p:nvSpPr>
        <p:spPr/>
        <p:txBody>
          <a:bodyPr/>
          <a:lstStyle/>
          <a:p>
            <a:fld id="{930E2E66-1B2D-4DF8-84F2-D0289302CA5D}" type="slidenum">
              <a:rPr lang="da-DK" smtClean="0"/>
              <a:t>8</a:t>
            </a:fld>
            <a:endParaRPr lang="da-DK"/>
          </a:p>
        </p:txBody>
      </p:sp>
    </p:spTree>
    <p:extLst>
      <p:ext uri="{BB962C8B-B14F-4D97-AF65-F5344CB8AC3E}">
        <p14:creationId xmlns:p14="http://schemas.microsoft.com/office/powerpoint/2010/main" val="28944499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11F20-C4EE-C30A-D3C7-08D748B6BC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4907E-09D8-B585-8041-9348A9EF64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65836-66C2-118F-5A94-52603A1C0B4B}"/>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4F0A7E7F-BDF6-3A2E-9288-B974F4226303}"/>
              </a:ext>
            </a:extLst>
          </p:cNvPr>
          <p:cNvSpPr>
            <a:spLocks noGrp="1"/>
          </p:cNvSpPr>
          <p:nvPr>
            <p:ph type="sldNum" sz="quarter" idx="5"/>
          </p:nvPr>
        </p:nvSpPr>
        <p:spPr/>
        <p:txBody>
          <a:bodyPr/>
          <a:lstStyle/>
          <a:p>
            <a:fld id="{930E2E66-1B2D-4DF8-84F2-D0289302CA5D}" type="slidenum">
              <a:rPr lang="da-DK" smtClean="0"/>
              <a:t>9</a:t>
            </a:fld>
            <a:endParaRPr lang="da-DK"/>
          </a:p>
        </p:txBody>
      </p:sp>
    </p:spTree>
    <p:extLst>
      <p:ext uri="{BB962C8B-B14F-4D97-AF65-F5344CB8AC3E}">
        <p14:creationId xmlns:p14="http://schemas.microsoft.com/office/powerpoint/2010/main" val="1886464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E2AFF-53F1-76EA-ED2F-FF5CBEBDD3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DF32C-A295-3B7C-98A6-00F5CFF043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0E75F8-69FE-CBBF-B641-E181D15D64F2}"/>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704E1542-C2F3-0487-DAA6-74F5647FB6C8}"/>
              </a:ext>
            </a:extLst>
          </p:cNvPr>
          <p:cNvSpPr>
            <a:spLocks noGrp="1"/>
          </p:cNvSpPr>
          <p:nvPr>
            <p:ph type="sldNum" sz="quarter" idx="5"/>
          </p:nvPr>
        </p:nvSpPr>
        <p:spPr/>
        <p:txBody>
          <a:bodyPr/>
          <a:lstStyle/>
          <a:p>
            <a:fld id="{930E2E66-1B2D-4DF8-84F2-D0289302CA5D}" type="slidenum">
              <a:rPr lang="da-DK" smtClean="0"/>
              <a:t>10</a:t>
            </a:fld>
            <a:endParaRPr lang="da-DK"/>
          </a:p>
        </p:txBody>
      </p:sp>
    </p:spTree>
    <p:extLst>
      <p:ext uri="{BB962C8B-B14F-4D97-AF65-F5344CB8AC3E}">
        <p14:creationId xmlns:p14="http://schemas.microsoft.com/office/powerpoint/2010/main" val="3230496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4BC8B-2EB5-B61F-45CA-7B35B83C3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B2535-8D3D-75EF-5D65-30C08E818E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1744A7-D7F9-3E70-CBBF-0881847E84C8}"/>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5375EEB0-5E77-438F-1DC3-DBB276E8E60F}"/>
              </a:ext>
            </a:extLst>
          </p:cNvPr>
          <p:cNvSpPr>
            <a:spLocks noGrp="1"/>
          </p:cNvSpPr>
          <p:nvPr>
            <p:ph type="sldNum" sz="quarter" idx="5"/>
          </p:nvPr>
        </p:nvSpPr>
        <p:spPr/>
        <p:txBody>
          <a:bodyPr/>
          <a:lstStyle/>
          <a:p>
            <a:fld id="{930E2E66-1B2D-4DF8-84F2-D0289302CA5D}" type="slidenum">
              <a:rPr lang="da-DK" smtClean="0"/>
              <a:t>11</a:t>
            </a:fld>
            <a:endParaRPr lang="da-DK"/>
          </a:p>
        </p:txBody>
      </p:sp>
    </p:spTree>
    <p:extLst>
      <p:ext uri="{BB962C8B-B14F-4D97-AF65-F5344CB8AC3E}">
        <p14:creationId xmlns:p14="http://schemas.microsoft.com/office/powerpoint/2010/main" val="591409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C08B0-E059-C015-1248-65C6748F29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C662E0-CCD7-1FEB-FB83-A240211F0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0C0A3-93FE-FE2A-432B-B45808BC6609}"/>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62523BC0-C935-8E41-E870-8AC625BF4BF2}"/>
              </a:ext>
            </a:extLst>
          </p:cNvPr>
          <p:cNvSpPr>
            <a:spLocks noGrp="1"/>
          </p:cNvSpPr>
          <p:nvPr>
            <p:ph type="sldNum" sz="quarter" idx="5"/>
          </p:nvPr>
        </p:nvSpPr>
        <p:spPr/>
        <p:txBody>
          <a:bodyPr/>
          <a:lstStyle/>
          <a:p>
            <a:fld id="{930E2E66-1B2D-4DF8-84F2-D0289302CA5D}" type="slidenum">
              <a:rPr lang="da-DK" smtClean="0"/>
              <a:t>12</a:t>
            </a:fld>
            <a:endParaRPr lang="da-DK"/>
          </a:p>
        </p:txBody>
      </p:sp>
    </p:spTree>
    <p:extLst>
      <p:ext uri="{BB962C8B-B14F-4D97-AF65-F5344CB8AC3E}">
        <p14:creationId xmlns:p14="http://schemas.microsoft.com/office/powerpoint/2010/main" val="31920433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6D31D-B288-2406-8D0F-064C42F62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9D858D-9BA2-2E46-9BDD-44D0192EAB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60D06D-2E0B-3688-4291-3A43558F6A4C}"/>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6CC69EB5-F578-0E6B-F80F-47E7806D5430}"/>
              </a:ext>
            </a:extLst>
          </p:cNvPr>
          <p:cNvSpPr>
            <a:spLocks noGrp="1"/>
          </p:cNvSpPr>
          <p:nvPr>
            <p:ph type="sldNum" sz="quarter" idx="5"/>
          </p:nvPr>
        </p:nvSpPr>
        <p:spPr/>
        <p:txBody>
          <a:bodyPr/>
          <a:lstStyle/>
          <a:p>
            <a:fld id="{930E2E66-1B2D-4DF8-84F2-D0289302CA5D}" type="slidenum">
              <a:rPr lang="da-DK" smtClean="0"/>
              <a:t>13</a:t>
            </a:fld>
            <a:endParaRPr lang="da-DK"/>
          </a:p>
        </p:txBody>
      </p:sp>
    </p:spTree>
    <p:extLst>
      <p:ext uri="{BB962C8B-B14F-4D97-AF65-F5344CB8AC3E}">
        <p14:creationId xmlns:p14="http://schemas.microsoft.com/office/powerpoint/2010/main" val="17713320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31917-0EC4-1EE8-635D-5E525AE37C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D16A7-4C29-43EF-59BD-5327DEBEA7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076058-5E67-6281-AD1C-B3696C01A5F8}"/>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ED3C1C8B-5EE3-9296-9E23-30D49FFE0E51}"/>
              </a:ext>
            </a:extLst>
          </p:cNvPr>
          <p:cNvSpPr>
            <a:spLocks noGrp="1"/>
          </p:cNvSpPr>
          <p:nvPr>
            <p:ph type="sldNum" sz="quarter" idx="5"/>
          </p:nvPr>
        </p:nvSpPr>
        <p:spPr/>
        <p:txBody>
          <a:bodyPr/>
          <a:lstStyle/>
          <a:p>
            <a:fld id="{930E2E66-1B2D-4DF8-84F2-D0289302CA5D}" type="slidenum">
              <a:rPr lang="da-DK" smtClean="0"/>
              <a:t>14</a:t>
            </a:fld>
            <a:endParaRPr lang="da-DK"/>
          </a:p>
        </p:txBody>
      </p:sp>
    </p:spTree>
    <p:extLst>
      <p:ext uri="{BB962C8B-B14F-4D97-AF65-F5344CB8AC3E}">
        <p14:creationId xmlns:p14="http://schemas.microsoft.com/office/powerpoint/2010/main" val="32379600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5FAE8-0B12-6209-1580-4DB5C1F9A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41111-9222-14EA-179E-11E2E456D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C00EDC-5903-39B5-2DC2-17FFC35C58EF}"/>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485AFBED-EFE7-D8C4-41B8-8B97252210E2}"/>
              </a:ext>
            </a:extLst>
          </p:cNvPr>
          <p:cNvSpPr>
            <a:spLocks noGrp="1"/>
          </p:cNvSpPr>
          <p:nvPr>
            <p:ph type="sldNum" sz="quarter" idx="5"/>
          </p:nvPr>
        </p:nvSpPr>
        <p:spPr/>
        <p:txBody>
          <a:bodyPr/>
          <a:lstStyle/>
          <a:p>
            <a:fld id="{930E2E66-1B2D-4DF8-84F2-D0289302CA5D}" type="slidenum">
              <a:rPr lang="da-DK" smtClean="0"/>
              <a:t>15</a:t>
            </a:fld>
            <a:endParaRPr lang="da-DK"/>
          </a:p>
        </p:txBody>
      </p:sp>
    </p:spTree>
    <p:extLst>
      <p:ext uri="{BB962C8B-B14F-4D97-AF65-F5344CB8AC3E}">
        <p14:creationId xmlns:p14="http://schemas.microsoft.com/office/powerpoint/2010/main" val="22844002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AB28D-0405-03A7-2ED5-A22B2A031C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47FEE-BDB8-7651-0852-6A1DEEC05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BE4925-3964-53BE-75E9-38624490495B}"/>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0BCB9076-3EB0-2BAE-1AFE-36605BFAA38F}"/>
              </a:ext>
            </a:extLst>
          </p:cNvPr>
          <p:cNvSpPr>
            <a:spLocks noGrp="1"/>
          </p:cNvSpPr>
          <p:nvPr>
            <p:ph type="sldNum" sz="quarter" idx="5"/>
          </p:nvPr>
        </p:nvSpPr>
        <p:spPr/>
        <p:txBody>
          <a:bodyPr/>
          <a:lstStyle/>
          <a:p>
            <a:fld id="{930E2E66-1B2D-4DF8-84F2-D0289302CA5D}" type="slidenum">
              <a:rPr lang="da-DK" smtClean="0"/>
              <a:t>16</a:t>
            </a:fld>
            <a:endParaRPr lang="da-DK"/>
          </a:p>
        </p:txBody>
      </p:sp>
    </p:spTree>
    <p:extLst>
      <p:ext uri="{BB962C8B-B14F-4D97-AF65-F5344CB8AC3E}">
        <p14:creationId xmlns:p14="http://schemas.microsoft.com/office/powerpoint/2010/main" val="12454403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173D3-A114-36E1-DC9E-DBE2D10B2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E9233C-9A24-D71E-2308-468E8426FD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5F13F7-FCC3-3D6C-ACE8-735055374FF7}"/>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7E82E81D-456E-B4A5-2A1F-735920FBBB16}"/>
              </a:ext>
            </a:extLst>
          </p:cNvPr>
          <p:cNvSpPr>
            <a:spLocks noGrp="1"/>
          </p:cNvSpPr>
          <p:nvPr>
            <p:ph type="sldNum" sz="quarter" idx="5"/>
          </p:nvPr>
        </p:nvSpPr>
        <p:spPr/>
        <p:txBody>
          <a:bodyPr/>
          <a:lstStyle/>
          <a:p>
            <a:fld id="{930E2E66-1B2D-4DF8-84F2-D0289302CA5D}" type="slidenum">
              <a:rPr lang="da-DK" smtClean="0"/>
              <a:t>17</a:t>
            </a:fld>
            <a:endParaRPr lang="da-DK"/>
          </a:p>
        </p:txBody>
      </p:sp>
    </p:spTree>
    <p:extLst>
      <p:ext uri="{BB962C8B-B14F-4D97-AF65-F5344CB8AC3E}">
        <p14:creationId xmlns:p14="http://schemas.microsoft.com/office/powerpoint/2010/main" val="1520503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38B3F-E362-BE91-06C3-216AB0EE5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DF4598-654B-B187-34F0-2F929604F7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0AC72-F740-4438-F7D2-16C08F7B9738}"/>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471129D7-FDBA-B8E5-2208-85D375A4F4FB}"/>
              </a:ext>
            </a:extLst>
          </p:cNvPr>
          <p:cNvSpPr>
            <a:spLocks noGrp="1"/>
          </p:cNvSpPr>
          <p:nvPr>
            <p:ph type="sldNum" sz="quarter" idx="5"/>
          </p:nvPr>
        </p:nvSpPr>
        <p:spPr/>
        <p:txBody>
          <a:bodyPr/>
          <a:lstStyle/>
          <a:p>
            <a:fld id="{930E2E66-1B2D-4DF8-84F2-D0289302CA5D}" type="slidenum">
              <a:rPr lang="da-DK" smtClean="0"/>
              <a:t>18</a:t>
            </a:fld>
            <a:endParaRPr lang="da-DK"/>
          </a:p>
        </p:txBody>
      </p:sp>
    </p:spTree>
    <p:extLst>
      <p:ext uri="{BB962C8B-B14F-4D97-AF65-F5344CB8AC3E}">
        <p14:creationId xmlns:p14="http://schemas.microsoft.com/office/powerpoint/2010/main" val="14884407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5BE06-5AD6-08EC-955A-943429951E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554B2-A562-C92E-1DCF-BE46C2E32D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1E76F-E38A-2804-430C-7493AB4E0239}"/>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416279BB-C32F-E386-994D-0F92B084FFB2}"/>
              </a:ext>
            </a:extLst>
          </p:cNvPr>
          <p:cNvSpPr>
            <a:spLocks noGrp="1"/>
          </p:cNvSpPr>
          <p:nvPr>
            <p:ph type="sldNum" sz="quarter" idx="5"/>
          </p:nvPr>
        </p:nvSpPr>
        <p:spPr/>
        <p:txBody>
          <a:bodyPr/>
          <a:lstStyle/>
          <a:p>
            <a:fld id="{930E2E66-1B2D-4DF8-84F2-D0289302CA5D}" type="slidenum">
              <a:rPr lang="da-DK" smtClean="0"/>
              <a:t>19</a:t>
            </a:fld>
            <a:endParaRPr lang="da-DK"/>
          </a:p>
        </p:txBody>
      </p:sp>
    </p:spTree>
    <p:extLst>
      <p:ext uri="{BB962C8B-B14F-4D97-AF65-F5344CB8AC3E}">
        <p14:creationId xmlns:p14="http://schemas.microsoft.com/office/powerpoint/2010/main" val="1004279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578D9-8F81-6F18-3FD5-8F09984B4E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9C491-83CF-20A9-7E5F-B9388B749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E559E-F542-4F86-61C0-28576197AA75}"/>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839F7C63-EF87-646E-4D76-E4E3A0F03B82}"/>
              </a:ext>
            </a:extLst>
          </p:cNvPr>
          <p:cNvSpPr>
            <a:spLocks noGrp="1"/>
          </p:cNvSpPr>
          <p:nvPr>
            <p:ph type="sldNum" sz="quarter" idx="5"/>
          </p:nvPr>
        </p:nvSpPr>
        <p:spPr/>
        <p:txBody>
          <a:bodyPr/>
          <a:lstStyle/>
          <a:p>
            <a:fld id="{930E2E66-1B2D-4DF8-84F2-D0289302CA5D}" type="slidenum">
              <a:rPr lang="da-DK" smtClean="0"/>
              <a:t>20</a:t>
            </a:fld>
            <a:endParaRPr lang="da-DK"/>
          </a:p>
        </p:txBody>
      </p:sp>
    </p:spTree>
    <p:extLst>
      <p:ext uri="{BB962C8B-B14F-4D97-AF65-F5344CB8AC3E}">
        <p14:creationId xmlns:p14="http://schemas.microsoft.com/office/powerpoint/2010/main" val="42550264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71D43-2A9D-6053-AE07-FF1349C16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C3B1B-6CED-34A0-A5BA-F3133CE369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4D1AC-FEA7-FC56-DBCA-C3753D6919CF}"/>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E8C09E1E-8013-D7FD-7FEB-246371E76157}"/>
              </a:ext>
            </a:extLst>
          </p:cNvPr>
          <p:cNvSpPr>
            <a:spLocks noGrp="1"/>
          </p:cNvSpPr>
          <p:nvPr>
            <p:ph type="sldNum" sz="quarter" idx="5"/>
          </p:nvPr>
        </p:nvSpPr>
        <p:spPr/>
        <p:txBody>
          <a:bodyPr/>
          <a:lstStyle/>
          <a:p>
            <a:fld id="{930E2E66-1B2D-4DF8-84F2-D0289302CA5D}" type="slidenum">
              <a:rPr lang="da-DK" smtClean="0"/>
              <a:t>21</a:t>
            </a:fld>
            <a:endParaRPr lang="da-DK"/>
          </a:p>
        </p:txBody>
      </p:sp>
    </p:spTree>
    <p:extLst>
      <p:ext uri="{BB962C8B-B14F-4D97-AF65-F5344CB8AC3E}">
        <p14:creationId xmlns:p14="http://schemas.microsoft.com/office/powerpoint/2010/main" val="30848943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6E00E-B161-2070-8269-4A43C9EE9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BE0ACC-C40C-FC27-5260-A8430AD95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822BB-D9E2-D663-0B4C-CB25F14D1B48}"/>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C248D853-D04C-D475-8610-17E1DF45E5E3}"/>
              </a:ext>
            </a:extLst>
          </p:cNvPr>
          <p:cNvSpPr>
            <a:spLocks noGrp="1"/>
          </p:cNvSpPr>
          <p:nvPr>
            <p:ph type="sldNum" sz="quarter" idx="5"/>
          </p:nvPr>
        </p:nvSpPr>
        <p:spPr/>
        <p:txBody>
          <a:bodyPr/>
          <a:lstStyle/>
          <a:p>
            <a:fld id="{930E2E66-1B2D-4DF8-84F2-D0289302CA5D}" type="slidenum">
              <a:rPr lang="da-DK" smtClean="0"/>
              <a:t>22</a:t>
            </a:fld>
            <a:endParaRPr lang="da-DK"/>
          </a:p>
        </p:txBody>
      </p:sp>
    </p:spTree>
    <p:extLst>
      <p:ext uri="{BB962C8B-B14F-4D97-AF65-F5344CB8AC3E}">
        <p14:creationId xmlns:p14="http://schemas.microsoft.com/office/powerpoint/2010/main" val="14190237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72FD6-6367-A574-92D1-204570854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F69AE-ABB0-BE83-E3C2-7944604CCD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3B068-5B50-7660-1097-7A4AFD0D57B5}"/>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44BC561A-69F1-F5CF-DB7B-EA9660C5B4F9}"/>
              </a:ext>
            </a:extLst>
          </p:cNvPr>
          <p:cNvSpPr>
            <a:spLocks noGrp="1"/>
          </p:cNvSpPr>
          <p:nvPr>
            <p:ph type="sldNum" sz="quarter" idx="5"/>
          </p:nvPr>
        </p:nvSpPr>
        <p:spPr/>
        <p:txBody>
          <a:bodyPr/>
          <a:lstStyle/>
          <a:p>
            <a:fld id="{930E2E66-1B2D-4DF8-84F2-D0289302CA5D}" type="slidenum">
              <a:rPr lang="da-DK" smtClean="0"/>
              <a:t>23</a:t>
            </a:fld>
            <a:endParaRPr lang="da-DK"/>
          </a:p>
        </p:txBody>
      </p:sp>
    </p:spTree>
    <p:extLst>
      <p:ext uri="{BB962C8B-B14F-4D97-AF65-F5344CB8AC3E}">
        <p14:creationId xmlns:p14="http://schemas.microsoft.com/office/powerpoint/2010/main" val="3061399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C22DC-886A-8740-ADFF-7DA27F07EA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47A83-F5E9-FE22-AA8F-95063A0C1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D8C53-2D19-A6C8-8436-213BFEB01A46}"/>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79844150-FB88-C353-C4A8-2950513DE6AA}"/>
              </a:ext>
            </a:extLst>
          </p:cNvPr>
          <p:cNvSpPr>
            <a:spLocks noGrp="1"/>
          </p:cNvSpPr>
          <p:nvPr>
            <p:ph type="sldNum" sz="quarter" idx="5"/>
          </p:nvPr>
        </p:nvSpPr>
        <p:spPr/>
        <p:txBody>
          <a:bodyPr/>
          <a:lstStyle/>
          <a:p>
            <a:fld id="{930E2E66-1B2D-4DF8-84F2-D0289302CA5D}" type="slidenum">
              <a:rPr lang="da-DK" smtClean="0"/>
              <a:t>24</a:t>
            </a:fld>
            <a:endParaRPr lang="da-DK"/>
          </a:p>
        </p:txBody>
      </p:sp>
    </p:spTree>
    <p:extLst>
      <p:ext uri="{BB962C8B-B14F-4D97-AF65-F5344CB8AC3E}">
        <p14:creationId xmlns:p14="http://schemas.microsoft.com/office/powerpoint/2010/main" val="254059508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0464-BD28-24A6-C582-E5D1E6B57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E9C095-3294-05A0-8510-CB82E7CB2B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34C931-90A3-D46A-CD93-E6A7C6AD3425}"/>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71C0C0FD-1900-2A9D-3DDB-5797F68D15C7}"/>
              </a:ext>
            </a:extLst>
          </p:cNvPr>
          <p:cNvSpPr>
            <a:spLocks noGrp="1"/>
          </p:cNvSpPr>
          <p:nvPr>
            <p:ph type="sldNum" sz="quarter" idx="5"/>
          </p:nvPr>
        </p:nvSpPr>
        <p:spPr/>
        <p:txBody>
          <a:bodyPr/>
          <a:lstStyle/>
          <a:p>
            <a:fld id="{930E2E66-1B2D-4DF8-84F2-D0289302CA5D}" type="slidenum">
              <a:rPr lang="da-DK" smtClean="0"/>
              <a:t>25</a:t>
            </a:fld>
            <a:endParaRPr lang="da-DK"/>
          </a:p>
        </p:txBody>
      </p:sp>
    </p:spTree>
    <p:extLst>
      <p:ext uri="{BB962C8B-B14F-4D97-AF65-F5344CB8AC3E}">
        <p14:creationId xmlns:p14="http://schemas.microsoft.com/office/powerpoint/2010/main" val="2178253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0053-E1AF-6A3B-1983-0E4E5EB7C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23A8-B7A5-10D8-CB9A-DA22841D1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7038FC-360A-CD25-E777-9B6FE37B58B3}"/>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FA142E20-2025-0D71-69B1-1D1E6689A819}"/>
              </a:ext>
            </a:extLst>
          </p:cNvPr>
          <p:cNvSpPr>
            <a:spLocks noGrp="1"/>
          </p:cNvSpPr>
          <p:nvPr>
            <p:ph type="sldNum" sz="quarter" idx="5"/>
          </p:nvPr>
        </p:nvSpPr>
        <p:spPr/>
        <p:txBody>
          <a:bodyPr/>
          <a:lstStyle/>
          <a:p>
            <a:fld id="{930E2E66-1B2D-4DF8-84F2-D0289302CA5D}" type="slidenum">
              <a:rPr lang="da-DK" smtClean="0"/>
              <a:t>26</a:t>
            </a:fld>
            <a:endParaRPr lang="da-DK"/>
          </a:p>
        </p:txBody>
      </p:sp>
    </p:spTree>
    <p:extLst>
      <p:ext uri="{BB962C8B-B14F-4D97-AF65-F5344CB8AC3E}">
        <p14:creationId xmlns:p14="http://schemas.microsoft.com/office/powerpoint/2010/main" val="11156776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4C698-0347-460B-7CA5-6101CCD44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6193A-E556-E187-0AFF-CB6812114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E119E7-0D12-C7D7-673C-DDF60917DDB5}"/>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3D42324E-0522-B95A-0EBC-3E4311878B23}"/>
              </a:ext>
            </a:extLst>
          </p:cNvPr>
          <p:cNvSpPr>
            <a:spLocks noGrp="1"/>
          </p:cNvSpPr>
          <p:nvPr>
            <p:ph type="sldNum" sz="quarter" idx="5"/>
          </p:nvPr>
        </p:nvSpPr>
        <p:spPr/>
        <p:txBody>
          <a:bodyPr/>
          <a:lstStyle/>
          <a:p>
            <a:fld id="{930E2E66-1B2D-4DF8-84F2-D0289302CA5D}" type="slidenum">
              <a:rPr lang="da-DK" smtClean="0"/>
              <a:t>27</a:t>
            </a:fld>
            <a:endParaRPr lang="da-DK"/>
          </a:p>
        </p:txBody>
      </p:sp>
    </p:spTree>
    <p:extLst>
      <p:ext uri="{BB962C8B-B14F-4D97-AF65-F5344CB8AC3E}">
        <p14:creationId xmlns:p14="http://schemas.microsoft.com/office/powerpoint/2010/main" val="1957660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BC72-E28C-6493-48FE-5568C38D2EE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2859B6E3-3F89-A440-A899-B2F41076E5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639EDF6E-FAFD-AE93-4B64-E4E45622507D}"/>
              </a:ext>
            </a:extLst>
          </p:cNvPr>
          <p:cNvSpPr>
            <a:spLocks noGrp="1"/>
          </p:cNvSpPr>
          <p:nvPr>
            <p:ph type="dt" sz="half" idx="10"/>
          </p:nvPr>
        </p:nvSpPr>
        <p:spPr/>
        <p:txBody>
          <a:bodyPr/>
          <a:lstStyle/>
          <a:p>
            <a:fld id="{78D12045-8351-4594-B045-708094ACB756}" type="datetime1">
              <a:rPr lang="da-DK" smtClean="0"/>
              <a:t>19-01-2026</a:t>
            </a:fld>
            <a:endParaRPr lang="da-DK"/>
          </a:p>
        </p:txBody>
      </p:sp>
      <p:sp>
        <p:nvSpPr>
          <p:cNvPr id="5" name="Footer Placeholder 4">
            <a:extLst>
              <a:ext uri="{FF2B5EF4-FFF2-40B4-BE49-F238E27FC236}">
                <a16:creationId xmlns:a16="http://schemas.microsoft.com/office/drawing/2014/main" id="{43A4FB46-F9FC-4F2D-42A0-16BAFA45BC13}"/>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6C4DE13B-B3A2-EE35-C554-2E88F2CB2158}"/>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304209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2124E-6416-87EF-8087-628041EC3306}"/>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0DFD5060-A9B6-159B-0587-3561AD2D05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FE1737A1-080C-08AF-C6EA-EEC5A9030E2E}"/>
              </a:ext>
            </a:extLst>
          </p:cNvPr>
          <p:cNvSpPr>
            <a:spLocks noGrp="1"/>
          </p:cNvSpPr>
          <p:nvPr>
            <p:ph type="dt" sz="half" idx="10"/>
          </p:nvPr>
        </p:nvSpPr>
        <p:spPr/>
        <p:txBody>
          <a:bodyPr/>
          <a:lstStyle/>
          <a:p>
            <a:fld id="{91A6A731-2B11-42EB-91B5-CEB149E470B8}" type="datetime1">
              <a:rPr lang="da-DK" smtClean="0"/>
              <a:t>19-01-2026</a:t>
            </a:fld>
            <a:endParaRPr lang="da-DK"/>
          </a:p>
        </p:txBody>
      </p:sp>
      <p:sp>
        <p:nvSpPr>
          <p:cNvPr id="5" name="Footer Placeholder 4">
            <a:extLst>
              <a:ext uri="{FF2B5EF4-FFF2-40B4-BE49-F238E27FC236}">
                <a16:creationId xmlns:a16="http://schemas.microsoft.com/office/drawing/2014/main" id="{6581A855-2F90-EC3E-5C08-74E44AAFA5ED}"/>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15D80EC0-B4B9-7FD3-B080-98F4595B6260}"/>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4257798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014FD-31FE-DCE8-429A-DD2A9E3D51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0B739A82-9D61-4897-0558-3F0443800D8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48E4AB-60D6-07FD-7508-43A522204527}"/>
              </a:ext>
            </a:extLst>
          </p:cNvPr>
          <p:cNvSpPr>
            <a:spLocks noGrp="1"/>
          </p:cNvSpPr>
          <p:nvPr>
            <p:ph type="dt" sz="half" idx="10"/>
          </p:nvPr>
        </p:nvSpPr>
        <p:spPr/>
        <p:txBody>
          <a:bodyPr/>
          <a:lstStyle/>
          <a:p>
            <a:fld id="{42B09A8E-D1AE-4727-A169-C9BD69663DBA}" type="datetime1">
              <a:rPr lang="da-DK" smtClean="0"/>
              <a:t>19-01-2026</a:t>
            </a:fld>
            <a:endParaRPr lang="da-DK"/>
          </a:p>
        </p:txBody>
      </p:sp>
      <p:sp>
        <p:nvSpPr>
          <p:cNvPr id="5" name="Footer Placeholder 4">
            <a:extLst>
              <a:ext uri="{FF2B5EF4-FFF2-40B4-BE49-F238E27FC236}">
                <a16:creationId xmlns:a16="http://schemas.microsoft.com/office/drawing/2014/main" id="{A6C822BF-BED4-C649-BE17-E737C3C1D585}"/>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2137116A-07E5-42B7-C540-28341DBB6865}"/>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269889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54220-DE43-C0BC-6C18-4407EFFEF12B}"/>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52D94C09-769A-F47E-06B3-2699A6FB8D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D52343F9-DE9F-08FE-54DF-FAA1AA0B6DC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1799A799-AC60-34EF-EBF5-1903C555F80B}"/>
              </a:ext>
            </a:extLst>
          </p:cNvPr>
          <p:cNvSpPr>
            <a:spLocks noGrp="1"/>
          </p:cNvSpPr>
          <p:nvPr>
            <p:ph type="dt" sz="half" idx="10"/>
          </p:nvPr>
        </p:nvSpPr>
        <p:spPr/>
        <p:txBody>
          <a:bodyPr/>
          <a:lstStyle/>
          <a:p>
            <a:fld id="{A5DB79D7-8A7B-423D-B3C6-2FF24671083C}" type="datetime1">
              <a:rPr lang="da-DK" smtClean="0"/>
              <a:t>19-01-2026</a:t>
            </a:fld>
            <a:endParaRPr lang="da-DK"/>
          </a:p>
        </p:txBody>
      </p:sp>
      <p:sp>
        <p:nvSpPr>
          <p:cNvPr id="6" name="Footer Placeholder 5">
            <a:extLst>
              <a:ext uri="{FF2B5EF4-FFF2-40B4-BE49-F238E27FC236}">
                <a16:creationId xmlns:a16="http://schemas.microsoft.com/office/drawing/2014/main" id="{568CCC4E-F815-7B37-F542-CB38BDE658A2}"/>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AF9FC7B3-CB66-A57A-539B-0FA04412AA30}"/>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33830238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E7024-F1BC-9C8D-E8BD-8283B88D4F81}"/>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47DF4B1A-9509-1E27-EC2A-23861564D6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14ED7E-E2B0-1292-B66B-B9A27C0603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D6E967F4-7F54-C223-E4F2-EB32B25E2A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DBD55A-0E8A-6B99-25CE-B039DB2787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37FAAAE4-1315-3C9F-2B8E-E8CEE5AC4AED}"/>
              </a:ext>
            </a:extLst>
          </p:cNvPr>
          <p:cNvSpPr>
            <a:spLocks noGrp="1"/>
          </p:cNvSpPr>
          <p:nvPr>
            <p:ph type="dt" sz="half" idx="10"/>
          </p:nvPr>
        </p:nvSpPr>
        <p:spPr/>
        <p:txBody>
          <a:bodyPr/>
          <a:lstStyle/>
          <a:p>
            <a:fld id="{96E390B3-69C1-4AB8-8E30-CF5A9BDD6CB0}" type="datetime1">
              <a:rPr lang="da-DK" smtClean="0"/>
              <a:t>19-01-2026</a:t>
            </a:fld>
            <a:endParaRPr lang="da-DK"/>
          </a:p>
        </p:txBody>
      </p:sp>
      <p:sp>
        <p:nvSpPr>
          <p:cNvPr id="8" name="Footer Placeholder 7">
            <a:extLst>
              <a:ext uri="{FF2B5EF4-FFF2-40B4-BE49-F238E27FC236}">
                <a16:creationId xmlns:a16="http://schemas.microsoft.com/office/drawing/2014/main" id="{31863201-999D-6B96-B76B-EEB071A13E29}"/>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F4AB0FDC-4550-5CDF-F7DB-AF14F6B855F1}"/>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3224064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AEE39-E6D8-14A0-82D6-EDC951A7E124}"/>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A828F408-4674-B270-1007-2C9E1C31D353}"/>
              </a:ext>
            </a:extLst>
          </p:cNvPr>
          <p:cNvSpPr>
            <a:spLocks noGrp="1"/>
          </p:cNvSpPr>
          <p:nvPr>
            <p:ph type="dt" sz="half" idx="10"/>
          </p:nvPr>
        </p:nvSpPr>
        <p:spPr/>
        <p:txBody>
          <a:bodyPr/>
          <a:lstStyle/>
          <a:p>
            <a:fld id="{2E187A60-BC02-4A5B-A1CA-FED2641A1709}" type="datetime1">
              <a:rPr lang="da-DK" smtClean="0"/>
              <a:t>19-01-2026</a:t>
            </a:fld>
            <a:endParaRPr lang="da-DK"/>
          </a:p>
        </p:txBody>
      </p:sp>
      <p:sp>
        <p:nvSpPr>
          <p:cNvPr id="4" name="Footer Placeholder 3">
            <a:extLst>
              <a:ext uri="{FF2B5EF4-FFF2-40B4-BE49-F238E27FC236}">
                <a16:creationId xmlns:a16="http://schemas.microsoft.com/office/drawing/2014/main" id="{8102C196-F92C-9582-2C21-F7B36F03DDAD}"/>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5EEB1FDA-5C4D-8C6A-EAC0-DC52CA7D9411}"/>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2268226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72FF66-380C-5FEB-493E-5BC799DAE53B}"/>
              </a:ext>
            </a:extLst>
          </p:cNvPr>
          <p:cNvSpPr>
            <a:spLocks noGrp="1"/>
          </p:cNvSpPr>
          <p:nvPr>
            <p:ph type="dt" sz="half" idx="10"/>
          </p:nvPr>
        </p:nvSpPr>
        <p:spPr/>
        <p:txBody>
          <a:bodyPr/>
          <a:lstStyle/>
          <a:p>
            <a:fld id="{BCFE8825-C71C-4ADF-BFC0-7C3E19174495}" type="datetime1">
              <a:rPr lang="da-DK" smtClean="0"/>
              <a:t>19-01-2026</a:t>
            </a:fld>
            <a:endParaRPr lang="da-DK"/>
          </a:p>
        </p:txBody>
      </p:sp>
      <p:sp>
        <p:nvSpPr>
          <p:cNvPr id="3" name="Footer Placeholder 2">
            <a:extLst>
              <a:ext uri="{FF2B5EF4-FFF2-40B4-BE49-F238E27FC236}">
                <a16:creationId xmlns:a16="http://schemas.microsoft.com/office/drawing/2014/main" id="{48D08E6E-73A9-3294-3B39-E9750BF3E7C5}"/>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E4842BBB-ECF9-67A3-4D7B-1EC82C819710}"/>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3416484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78271-4E99-9002-4771-5BD856ED80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8324CE02-E1AF-DF10-5428-578943330F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095D9B77-C1B2-3D82-F8F4-E82122A46E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8A8261-E086-DAA4-F3AB-22F8A49C086E}"/>
              </a:ext>
            </a:extLst>
          </p:cNvPr>
          <p:cNvSpPr>
            <a:spLocks noGrp="1"/>
          </p:cNvSpPr>
          <p:nvPr>
            <p:ph type="dt" sz="half" idx="10"/>
          </p:nvPr>
        </p:nvSpPr>
        <p:spPr/>
        <p:txBody>
          <a:bodyPr/>
          <a:lstStyle/>
          <a:p>
            <a:fld id="{9E3D9BB6-33E5-48E9-8A96-3D6497EA36CB}" type="datetime1">
              <a:rPr lang="da-DK" smtClean="0"/>
              <a:t>19-01-2026</a:t>
            </a:fld>
            <a:endParaRPr lang="da-DK"/>
          </a:p>
        </p:txBody>
      </p:sp>
      <p:sp>
        <p:nvSpPr>
          <p:cNvPr id="6" name="Footer Placeholder 5">
            <a:extLst>
              <a:ext uri="{FF2B5EF4-FFF2-40B4-BE49-F238E27FC236}">
                <a16:creationId xmlns:a16="http://schemas.microsoft.com/office/drawing/2014/main" id="{F693AC32-7538-349D-40FA-B2423BF6E8C7}"/>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330B3078-376C-3E5E-A877-E76C112A1E50}"/>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4107841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0BFB3-7092-E998-452E-9C5128870F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E3297DC3-34FD-48FC-048D-8AC093CF07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145DF5A8-22B5-0447-5CB7-561B1521A8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7C53F7-2D55-B329-2A6E-120C31B2F52A}"/>
              </a:ext>
            </a:extLst>
          </p:cNvPr>
          <p:cNvSpPr>
            <a:spLocks noGrp="1"/>
          </p:cNvSpPr>
          <p:nvPr>
            <p:ph type="dt" sz="half" idx="10"/>
          </p:nvPr>
        </p:nvSpPr>
        <p:spPr/>
        <p:txBody>
          <a:bodyPr/>
          <a:lstStyle/>
          <a:p>
            <a:fld id="{438C0FC8-DE4B-4D0A-84D7-93FC9994FFC5}" type="datetime1">
              <a:rPr lang="da-DK" smtClean="0"/>
              <a:t>19-01-2026</a:t>
            </a:fld>
            <a:endParaRPr lang="da-DK"/>
          </a:p>
        </p:txBody>
      </p:sp>
      <p:sp>
        <p:nvSpPr>
          <p:cNvPr id="6" name="Footer Placeholder 5">
            <a:extLst>
              <a:ext uri="{FF2B5EF4-FFF2-40B4-BE49-F238E27FC236}">
                <a16:creationId xmlns:a16="http://schemas.microsoft.com/office/drawing/2014/main" id="{42FC656D-C747-E06D-00FE-0F371EF5A2EE}"/>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66E4F6C2-2519-8DB2-2A02-F199BF4045B3}"/>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39654686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EA13D-4215-699A-8A49-CE7EBE903358}"/>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D69358C4-F794-0253-C604-B7CF681B0E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3E71F808-A133-636F-6378-CE616302DEDF}"/>
              </a:ext>
            </a:extLst>
          </p:cNvPr>
          <p:cNvSpPr>
            <a:spLocks noGrp="1"/>
          </p:cNvSpPr>
          <p:nvPr>
            <p:ph type="dt" sz="half" idx="10"/>
          </p:nvPr>
        </p:nvSpPr>
        <p:spPr/>
        <p:txBody>
          <a:bodyPr/>
          <a:lstStyle/>
          <a:p>
            <a:fld id="{C1D00E65-20CE-49D7-B1F1-1B58B3ED143A}" type="datetime1">
              <a:rPr lang="da-DK" smtClean="0"/>
              <a:t>19-01-2026</a:t>
            </a:fld>
            <a:endParaRPr lang="da-DK"/>
          </a:p>
        </p:txBody>
      </p:sp>
      <p:sp>
        <p:nvSpPr>
          <p:cNvPr id="5" name="Footer Placeholder 4">
            <a:extLst>
              <a:ext uri="{FF2B5EF4-FFF2-40B4-BE49-F238E27FC236}">
                <a16:creationId xmlns:a16="http://schemas.microsoft.com/office/drawing/2014/main" id="{99E0FD86-5730-2B78-6B81-3B8ACE942C8A}"/>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FDF241A2-827F-79CB-620C-DA65BFEFFA28}"/>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2429399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4AFA31-2920-3E38-D531-92B1D3D95F0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112FF135-88ED-1628-3B20-8FB1047070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51C13ACC-3AE2-D2BE-F7C9-90BA07B93058}"/>
              </a:ext>
            </a:extLst>
          </p:cNvPr>
          <p:cNvSpPr>
            <a:spLocks noGrp="1"/>
          </p:cNvSpPr>
          <p:nvPr>
            <p:ph type="dt" sz="half" idx="10"/>
          </p:nvPr>
        </p:nvSpPr>
        <p:spPr/>
        <p:txBody>
          <a:bodyPr/>
          <a:lstStyle/>
          <a:p>
            <a:fld id="{3EAAEF79-1526-45C3-9DCE-50409F362E39}" type="datetime1">
              <a:rPr lang="da-DK" smtClean="0"/>
              <a:t>19-01-2026</a:t>
            </a:fld>
            <a:endParaRPr lang="da-DK"/>
          </a:p>
        </p:txBody>
      </p:sp>
      <p:sp>
        <p:nvSpPr>
          <p:cNvPr id="5" name="Footer Placeholder 4">
            <a:extLst>
              <a:ext uri="{FF2B5EF4-FFF2-40B4-BE49-F238E27FC236}">
                <a16:creationId xmlns:a16="http://schemas.microsoft.com/office/drawing/2014/main" id="{DF5EBD86-EFCE-451F-B996-72984A7E3570}"/>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EF16146-B6A4-2F4B-9CB5-E65A0AE805DF}"/>
              </a:ext>
            </a:extLst>
          </p:cNvPr>
          <p:cNvSpPr>
            <a:spLocks noGrp="1"/>
          </p:cNvSpPr>
          <p:nvPr>
            <p:ph type="sldNum" sz="quarter" idx="12"/>
          </p:nvPr>
        </p:nvSpPr>
        <p:spPr/>
        <p:txBody>
          <a:bodyPr/>
          <a:lstStyle/>
          <a:p>
            <a:fld id="{6052F0F6-3AF7-40A1-A07F-18250C02E1AF}" type="slidenum">
              <a:rPr lang="da-DK" smtClean="0"/>
              <a:t>‹#›</a:t>
            </a:fld>
            <a:endParaRPr lang="da-DK"/>
          </a:p>
        </p:txBody>
      </p:sp>
    </p:spTree>
    <p:extLst>
      <p:ext uri="{BB962C8B-B14F-4D97-AF65-F5344CB8AC3E}">
        <p14:creationId xmlns:p14="http://schemas.microsoft.com/office/powerpoint/2010/main" val="2893285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34D5D02-B43D-2ADA-BB36-3C299D6EE2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79A8F8F4-7A1C-CF60-7113-459482DC4D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984D488D-FA4A-9A6D-567F-6C3D3F1076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3F448A-7A0D-4196-9FCA-EB9E902A0AF1}" type="datetime1">
              <a:rPr lang="da-DK" smtClean="0"/>
              <a:t>19-01-2026</a:t>
            </a:fld>
            <a:endParaRPr lang="da-DK"/>
          </a:p>
        </p:txBody>
      </p:sp>
      <p:sp>
        <p:nvSpPr>
          <p:cNvPr id="5" name="Footer Placeholder 4">
            <a:extLst>
              <a:ext uri="{FF2B5EF4-FFF2-40B4-BE49-F238E27FC236}">
                <a16:creationId xmlns:a16="http://schemas.microsoft.com/office/drawing/2014/main" id="{78C3B32A-C86D-E883-41E9-7E3E88FC33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BA96A48B-08E6-DE93-F6B4-4B8424F0A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52F0F6-3AF7-40A1-A07F-18250C02E1AF}" type="slidenum">
              <a:rPr lang="da-DK" smtClean="0"/>
              <a:t>‹#›</a:t>
            </a:fld>
            <a:endParaRPr lang="da-DK"/>
          </a:p>
        </p:txBody>
      </p:sp>
    </p:spTree>
    <p:extLst>
      <p:ext uri="{BB962C8B-B14F-4D97-AF65-F5344CB8AC3E}">
        <p14:creationId xmlns:p14="http://schemas.microsoft.com/office/powerpoint/2010/main" val="1000644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3.png"/><Relationship Id="rId10" Type="http://schemas.openxmlformats.org/officeDocument/2006/relationships/image" Target="../media/image21.png"/><Relationship Id="rId4" Type="http://schemas.openxmlformats.org/officeDocument/2006/relationships/image" Target="../media/image2.png"/><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emf"/><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emf"/><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12"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customXml" Target="../ink/ink2.xml"/><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png"/><Relationship Id="rId9" Type="http://schemas.openxmlformats.org/officeDocument/2006/relationships/customXml" Target="../ink/ink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2.png"/><Relationship Id="rId9"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23CBB-C4DB-3FBE-ACB0-09F4740945A6}"/>
              </a:ext>
            </a:extLst>
          </p:cNvPr>
          <p:cNvSpPr>
            <a:spLocks noGrp="1"/>
          </p:cNvSpPr>
          <p:nvPr>
            <p:ph type="ctrTitle"/>
          </p:nvPr>
        </p:nvSpPr>
        <p:spPr>
          <a:xfrm>
            <a:off x="1524000" y="1316736"/>
            <a:ext cx="9144000" cy="2387998"/>
          </a:xfrm>
        </p:spPr>
        <p:txBody>
          <a:bodyPr>
            <a:normAutofit/>
          </a:bodyPr>
          <a:lstStyle/>
          <a:p>
            <a:r>
              <a:rPr lang="da-DK" b="1" noProof="0" err="1">
                <a:latin typeface="Latin Modern Math" panose="02000503000000000000" pitchFamily="50" charset="0"/>
                <a:ea typeface="Latin Modern Math" panose="02000503000000000000" pitchFamily="50" charset="0"/>
              </a:rPr>
              <a:t>Forsvarelse</a:t>
            </a:r>
            <a:r>
              <a:rPr lang="da-DK" b="1" noProof="0">
                <a:latin typeface="Latin Modern Math" panose="02000503000000000000" pitchFamily="50" charset="0"/>
                <a:ea typeface="Latin Modern Math" panose="02000503000000000000" pitchFamily="50" charset="0"/>
              </a:rPr>
              <a:t> af SOP</a:t>
            </a:r>
            <a:br>
              <a:rPr lang="da-DK" b="1" noProof="0">
                <a:latin typeface="Latin Modern Math" panose="02000503000000000000" pitchFamily="50" charset="0"/>
                <a:ea typeface="Latin Modern Math" panose="02000503000000000000" pitchFamily="50" charset="0"/>
              </a:rPr>
            </a:br>
            <a:r>
              <a:rPr lang="da-DK" sz="4400" noProof="0">
                <a:solidFill>
                  <a:srgbClr val="C51137"/>
                </a:solidFill>
                <a:latin typeface="Latin Modern Math" panose="02000503000000000000" pitchFamily="50" charset="0"/>
                <a:ea typeface="Latin Modern Math" panose="02000503000000000000" pitchFamily="50" charset="0"/>
              </a:rPr>
              <a:t>Kvantemekanisk Sammenfiltring</a:t>
            </a:r>
            <a:endParaRPr lang="da-DK" noProof="0">
              <a:solidFill>
                <a:srgbClr val="C51137"/>
              </a:solidFill>
              <a:latin typeface="Latin Modern Math" panose="02000503000000000000" pitchFamily="50" charset="0"/>
              <a:ea typeface="Latin Modern Math" panose="02000503000000000000" pitchFamily="50" charset="0"/>
            </a:endParaRPr>
          </a:p>
        </p:txBody>
      </p:sp>
      <p:sp>
        <p:nvSpPr>
          <p:cNvPr id="3" name="Subtitle 2">
            <a:extLst>
              <a:ext uri="{FF2B5EF4-FFF2-40B4-BE49-F238E27FC236}">
                <a16:creationId xmlns:a16="http://schemas.microsoft.com/office/drawing/2014/main" id="{B376CD1A-1CF6-B79B-88F9-84DFD5C737BD}"/>
              </a:ext>
            </a:extLst>
          </p:cNvPr>
          <p:cNvSpPr>
            <a:spLocks noGrp="1"/>
          </p:cNvSpPr>
          <p:nvPr>
            <p:ph type="subTitle" idx="1"/>
          </p:nvPr>
        </p:nvSpPr>
        <p:spPr>
          <a:xfrm>
            <a:off x="2168165" y="4270923"/>
            <a:ext cx="4099560" cy="1655762"/>
          </a:xfrm>
        </p:spPr>
        <p:txBody>
          <a:bodyPr>
            <a:normAutofit/>
          </a:bodyPr>
          <a:lstStyle/>
          <a:p>
            <a:pPr algn="l"/>
            <a:r>
              <a:rPr lang="da-DK" sz="2000" noProof="0">
                <a:latin typeface="Latin Modern Math" panose="02000503000000000000" pitchFamily="50" charset="0"/>
                <a:ea typeface="Latin Modern Math" panose="02000503000000000000" pitchFamily="50" charset="0"/>
              </a:rPr>
              <a:t>Vejledere:</a:t>
            </a:r>
          </a:p>
          <a:p>
            <a:pPr algn="l"/>
            <a:r>
              <a:rPr lang="da-DK" sz="2000" noProof="0">
                <a:latin typeface="Latin Modern Math" panose="02000503000000000000" pitchFamily="50" charset="0"/>
                <a:ea typeface="Latin Modern Math" panose="02000503000000000000" pitchFamily="50" charset="0"/>
              </a:rPr>
              <a:t>	Hr. Stefan Rathmann</a:t>
            </a:r>
          </a:p>
          <a:p>
            <a:pPr algn="l"/>
            <a:r>
              <a:rPr lang="da-DK" sz="2000" noProof="0">
                <a:latin typeface="Latin Modern Math" panose="02000503000000000000" pitchFamily="50" charset="0"/>
                <a:ea typeface="Latin Modern Math" panose="02000503000000000000" pitchFamily="50" charset="0"/>
              </a:rPr>
              <a:t>	Hr. Ryan Svensson</a:t>
            </a:r>
          </a:p>
        </p:txBody>
      </p:sp>
      <p:pic>
        <p:nvPicPr>
          <p:cNvPr id="1028" name="Picture 4">
            <a:extLst>
              <a:ext uri="{FF2B5EF4-FFF2-40B4-BE49-F238E27FC236}">
                <a16:creationId xmlns:a16="http://schemas.microsoft.com/office/drawing/2014/main" id="{D5856A8F-3F75-A5A6-A4CD-0C2C05CCFF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55793" y="86627"/>
            <a:ext cx="679931" cy="99233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01090DA-DC8B-A0AE-CF41-1D2F7F6C037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0255" y="0"/>
            <a:ext cx="1568320" cy="1134656"/>
          </a:xfrm>
          <a:prstGeom prst="rect">
            <a:avLst/>
          </a:prstGeom>
        </p:spPr>
      </p:pic>
      <p:sp>
        <p:nvSpPr>
          <p:cNvPr id="7" name="Subtitle 2">
            <a:extLst>
              <a:ext uri="{FF2B5EF4-FFF2-40B4-BE49-F238E27FC236}">
                <a16:creationId xmlns:a16="http://schemas.microsoft.com/office/drawing/2014/main" id="{0841CC44-3BF9-A38A-08E8-87238A22598F}"/>
              </a:ext>
            </a:extLst>
          </p:cNvPr>
          <p:cNvSpPr txBox="1">
            <a:spLocks/>
          </p:cNvSpPr>
          <p:nvPr/>
        </p:nvSpPr>
        <p:spPr>
          <a:xfrm>
            <a:off x="6842760" y="4270923"/>
            <a:ext cx="4390848"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a-DK" sz="2000" noProof="0">
                <a:latin typeface="Latin Modern Math" panose="02000503000000000000" pitchFamily="50" charset="0"/>
                <a:ea typeface="Latin Modern Math" panose="02000503000000000000" pitchFamily="50" charset="0"/>
              </a:rPr>
              <a:t>Skrevet af:</a:t>
            </a:r>
          </a:p>
          <a:p>
            <a:pPr algn="l"/>
            <a:r>
              <a:rPr lang="da-DK" sz="2000" noProof="0">
                <a:latin typeface="Latin Modern Math" panose="02000503000000000000" pitchFamily="50" charset="0"/>
                <a:ea typeface="Latin Modern Math" panose="02000503000000000000" pitchFamily="50" charset="0"/>
              </a:rPr>
              <a:t>	Khizar I. Chaudhry</a:t>
            </a:r>
          </a:p>
        </p:txBody>
      </p:sp>
      <p:sp>
        <p:nvSpPr>
          <p:cNvPr id="8" name="Subtitle 2">
            <a:extLst>
              <a:ext uri="{FF2B5EF4-FFF2-40B4-BE49-F238E27FC236}">
                <a16:creationId xmlns:a16="http://schemas.microsoft.com/office/drawing/2014/main" id="{0841CC44-3BF9-A38A-08E8-87238A22598F}"/>
              </a:ext>
            </a:extLst>
          </p:cNvPr>
          <p:cNvSpPr txBox="1">
            <a:spLocks/>
          </p:cNvSpPr>
          <p:nvPr/>
        </p:nvSpPr>
        <p:spPr>
          <a:xfrm>
            <a:off x="4735870" y="6291035"/>
            <a:ext cx="3082564" cy="6800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a-DK" sz="1600" noProof="0" err="1">
                <a:latin typeface="Latin Modern Math" panose="02000503000000000000" pitchFamily="50" charset="0"/>
                <a:ea typeface="Latin Modern Math" panose="02000503000000000000" pitchFamily="50" charset="0"/>
              </a:rPr>
              <a:t>Next</a:t>
            </a:r>
            <a:r>
              <a:rPr lang="da-DK" sz="1600" noProof="0">
                <a:latin typeface="Latin Modern Math" panose="02000503000000000000" pitchFamily="50" charset="0"/>
                <a:ea typeface="Latin Modern Math" panose="02000503000000000000" pitchFamily="50" charset="0"/>
              </a:rPr>
              <a:t> Sukkertoppen HTX</a:t>
            </a:r>
          </a:p>
          <a:p>
            <a:r>
              <a:rPr lang="da-DK" sz="1600" noProof="0">
                <a:latin typeface="Latin Modern Math" panose="02000503000000000000" pitchFamily="50" charset="0"/>
                <a:ea typeface="Latin Modern Math" panose="02000503000000000000" pitchFamily="50" charset="0"/>
              </a:rPr>
              <a:t>Akademiske år 2023/2026</a:t>
            </a:r>
          </a:p>
          <a:p>
            <a:endParaRPr lang="da-DK" sz="1600" noProof="0">
              <a:latin typeface="Latin Modern Math" panose="02000503000000000000" pitchFamily="50" charset="0"/>
              <a:ea typeface="Latin Modern Math" panose="02000503000000000000" pitchFamily="50" charset="0"/>
            </a:endParaRPr>
          </a:p>
        </p:txBody>
      </p:sp>
      <p:sp>
        <p:nvSpPr>
          <p:cNvPr id="10" name="Slide Number Placeholder 9">
            <a:extLst>
              <a:ext uri="{FF2B5EF4-FFF2-40B4-BE49-F238E27FC236}">
                <a16:creationId xmlns:a16="http://schemas.microsoft.com/office/drawing/2014/main" id="{76B80D68-90FB-18C5-C14F-E2B7E375BF57}"/>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a:t>
            </a:fld>
            <a:endParaRPr lang="da-DK" noProof="0"/>
          </a:p>
        </p:txBody>
      </p:sp>
      <p:sp>
        <p:nvSpPr>
          <p:cNvPr id="11" name="Subtitle 2">
            <a:extLst>
              <a:ext uri="{FF2B5EF4-FFF2-40B4-BE49-F238E27FC236}">
                <a16:creationId xmlns:a16="http://schemas.microsoft.com/office/drawing/2014/main" id="{D39BC0A1-0A1E-027E-7C1F-9ABE7B5065E7}"/>
              </a:ext>
            </a:extLst>
          </p:cNvPr>
          <p:cNvSpPr txBox="1">
            <a:spLocks/>
          </p:cNvSpPr>
          <p:nvPr/>
        </p:nvSpPr>
        <p:spPr>
          <a:xfrm>
            <a:off x="4735870" y="3590836"/>
            <a:ext cx="3082564" cy="6800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a-DK" sz="1600" b="1" noProof="0">
                <a:latin typeface="Latin Modern Math" panose="02000503000000000000" pitchFamily="50" charset="0"/>
                <a:ea typeface="Latin Modern Math" panose="02000503000000000000" pitchFamily="50" charset="0"/>
              </a:rPr>
              <a:t>Matematik A – Fysik A</a:t>
            </a:r>
          </a:p>
        </p:txBody>
      </p:sp>
    </p:spTree>
    <p:extLst>
      <p:ext uri="{BB962C8B-B14F-4D97-AF65-F5344CB8AC3E}">
        <p14:creationId xmlns:p14="http://schemas.microsoft.com/office/powerpoint/2010/main" val="36049861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2C3E0F44-5E7D-BDD8-309D-66E292F929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D9AF3-26E8-7045-72B3-99568F930C5C}"/>
              </a:ext>
            </a:extLst>
          </p:cNvPr>
          <p:cNvSpPr>
            <a:spLocks noGrp="1"/>
          </p:cNvSpPr>
          <p:nvPr>
            <p:ph type="ctrTitle"/>
          </p:nvPr>
        </p:nvSpPr>
        <p:spPr>
          <a:xfrm>
            <a:off x="1835085" y="1803040"/>
            <a:ext cx="8521830" cy="3252248"/>
          </a:xfrm>
        </p:spPr>
        <p:txBody>
          <a:bodyPr>
            <a:normAutofit/>
          </a:bodyPr>
          <a:lstStyle/>
          <a:p>
            <a:pPr algn="l"/>
            <a:r>
              <a:rPr lang="da-DK" sz="2000" b="1" noProof="0">
                <a:latin typeface="Latin Modern Math" panose="02000503000000000000" pitchFamily="50" charset="0"/>
                <a:ea typeface="Latin Modern Math" panose="02000503000000000000" pitchFamily="50" charset="0"/>
              </a:rPr>
              <a:t>01</a:t>
            </a:r>
            <a:r>
              <a:rPr lang="da-DK" sz="2000" noProof="0">
                <a:solidFill>
                  <a:srgbClr val="C00000"/>
                </a:solidFill>
                <a:latin typeface="Latin Modern Math" panose="02000503000000000000" pitchFamily="50" charset="0"/>
                <a:ea typeface="Latin Modern Math" panose="02000503000000000000" pitchFamily="50" charset="0"/>
              </a:rPr>
              <a:t> </a:t>
            </a:r>
            <a:r>
              <a:rPr lang="da-DK" sz="2000" i="1" noProof="0">
                <a:solidFill>
                  <a:srgbClr val="C00000"/>
                </a:solidFill>
                <a:latin typeface="Latin Modern Math" panose="02000503000000000000" pitchFamily="50" charset="0"/>
                <a:ea typeface="Latin Modern Math" panose="02000503000000000000" pitchFamily="50" charset="0"/>
              </a:rPr>
              <a:t>Redegøre</a:t>
            </a:r>
            <a:r>
              <a:rPr lang="da-DK" sz="2000" i="1" noProof="0">
                <a:latin typeface="Latin Modern Math" panose="02000503000000000000" pitchFamily="50" charset="0"/>
                <a:ea typeface="Latin Modern Math" panose="02000503000000000000" pitchFamily="50" charset="0"/>
              </a:rPr>
              <a:t> for </a:t>
            </a:r>
            <a:r>
              <a:rPr lang="da-DK" sz="2000" i="1" u="sng" noProof="0">
                <a:latin typeface="Latin Modern Math" panose="02000503000000000000" pitchFamily="50" charset="0"/>
                <a:ea typeface="Latin Modern Math" panose="02000503000000000000" pitchFamily="50" charset="0"/>
              </a:rPr>
              <a:t>kvantemekanisk sammenfiltring</a:t>
            </a:r>
            <a:r>
              <a:rPr lang="da-DK" sz="2000" i="1" noProof="0">
                <a:latin typeface="Latin Modern Math" panose="02000503000000000000" pitchFamily="50" charset="0"/>
                <a:ea typeface="Latin Modern Math" panose="02000503000000000000" pitchFamily="50" charset="0"/>
              </a:rPr>
              <a:t>, herunder begrebet </a:t>
            </a:r>
            <a:r>
              <a:rPr lang="da-DK" sz="2000" i="1" u="sng" noProof="0">
                <a:latin typeface="Latin Modern Math" panose="02000503000000000000" pitchFamily="50" charset="0"/>
                <a:ea typeface="Latin Modern Math" panose="02000503000000000000" pitchFamily="50" charset="0"/>
              </a:rPr>
              <a:t>lokale skjulte variabler</a:t>
            </a:r>
            <a:r>
              <a:rPr lang="da-DK" sz="2000" i="1" noProof="0">
                <a:latin typeface="Latin Modern Math" panose="02000503000000000000" pitchFamily="50" charset="0"/>
                <a:ea typeface="Latin Modern Math" panose="02000503000000000000" pitchFamily="50" charset="0"/>
              </a:rPr>
              <a:t>.</a:t>
            </a:r>
            <a:br>
              <a:rPr lang="da-DK" sz="2000" i="1" noProof="0">
                <a:latin typeface="Latin Modern Math" panose="02000503000000000000" pitchFamily="50" charset="0"/>
                <a:ea typeface="Latin Modern Math" panose="02000503000000000000" pitchFamily="50" charset="0"/>
              </a:rPr>
            </a:br>
            <a:br>
              <a:rPr lang="da-DK" sz="2000" i="1" noProof="0">
                <a:latin typeface="Latin Modern Math" panose="02000503000000000000" pitchFamily="50" charset="0"/>
                <a:ea typeface="Latin Modern Math" panose="02000503000000000000" pitchFamily="50" charset="0"/>
              </a:rPr>
            </a:br>
            <a:r>
              <a:rPr lang="da-DK" sz="2000" b="1" noProof="0">
                <a:latin typeface="Latin Modern Math" panose="02000503000000000000" pitchFamily="50" charset="0"/>
                <a:ea typeface="Latin Modern Math" panose="02000503000000000000" pitchFamily="50" charset="0"/>
              </a:rPr>
              <a:t>02</a:t>
            </a:r>
            <a:r>
              <a:rPr lang="da-DK" sz="2000" i="1" noProof="0">
                <a:latin typeface="Latin Modern Math" panose="02000503000000000000" pitchFamily="50" charset="0"/>
                <a:ea typeface="Latin Modern Math" panose="02000503000000000000" pitchFamily="50" charset="0"/>
              </a:rPr>
              <a:t> </a:t>
            </a:r>
            <a:r>
              <a:rPr lang="da-DK" sz="2000" i="1" noProof="0">
                <a:solidFill>
                  <a:srgbClr val="C00000"/>
                </a:solidFill>
                <a:latin typeface="Latin Modern Math" panose="02000503000000000000" pitchFamily="50" charset="0"/>
                <a:ea typeface="Latin Modern Math" panose="02000503000000000000" pitchFamily="50" charset="0"/>
              </a:rPr>
              <a:t>Redegøre</a:t>
            </a:r>
            <a:r>
              <a:rPr lang="da-DK" sz="2000" i="1" noProof="0">
                <a:latin typeface="Latin Modern Math" panose="02000503000000000000" pitchFamily="50" charset="0"/>
                <a:ea typeface="Latin Modern Math" panose="02000503000000000000" pitchFamily="50" charset="0"/>
              </a:rPr>
              <a:t> for </a:t>
            </a:r>
            <a:r>
              <a:rPr lang="da-DK" sz="2000" i="1" u="sng" noProof="0">
                <a:latin typeface="Latin Modern Math" panose="02000503000000000000" pitchFamily="50" charset="0"/>
                <a:ea typeface="Latin Modern Math" panose="02000503000000000000" pitchFamily="50" charset="0"/>
              </a:rPr>
              <a:t>lineær algebra</a:t>
            </a:r>
            <a:r>
              <a:rPr lang="da-DK" sz="2000" i="1" noProof="0">
                <a:latin typeface="Latin Modern Math" panose="02000503000000000000" pitchFamily="50" charset="0"/>
                <a:ea typeface="Latin Modern Math" panose="02000503000000000000" pitchFamily="50" charset="0"/>
              </a:rPr>
              <a:t>, herunder </a:t>
            </a:r>
            <a:r>
              <a:rPr lang="da-DK" sz="2000" i="1" u="sng" noProof="0">
                <a:latin typeface="Latin Modern Math" panose="02000503000000000000" pitchFamily="50" charset="0"/>
                <a:ea typeface="Latin Modern Math" panose="02000503000000000000" pitchFamily="50" charset="0"/>
              </a:rPr>
              <a:t>matrice transponering</a:t>
            </a:r>
            <a:r>
              <a:rPr lang="da-DK" sz="2000" i="1" noProof="0">
                <a:latin typeface="Latin Modern Math" panose="02000503000000000000" pitchFamily="50" charset="0"/>
                <a:ea typeface="Latin Modern Math" panose="02000503000000000000" pitchFamily="50" charset="0"/>
              </a:rPr>
              <a:t>.</a:t>
            </a:r>
            <a:br>
              <a:rPr lang="da-DK" sz="2000" i="1" noProof="0">
                <a:latin typeface="Latin Modern Math" panose="02000503000000000000" pitchFamily="50" charset="0"/>
                <a:ea typeface="Latin Modern Math" panose="02000503000000000000" pitchFamily="50" charset="0"/>
              </a:rPr>
            </a:br>
            <a:br>
              <a:rPr lang="da-DK" sz="2000" i="1" noProof="0">
                <a:latin typeface="Latin Modern Math" panose="02000503000000000000" pitchFamily="50" charset="0"/>
                <a:ea typeface="Latin Modern Math" panose="02000503000000000000" pitchFamily="50" charset="0"/>
              </a:rPr>
            </a:br>
            <a:r>
              <a:rPr lang="da-DK" sz="2000" b="1" noProof="0">
                <a:latin typeface="Latin Modern Math" panose="02000503000000000000" pitchFamily="50" charset="0"/>
                <a:ea typeface="Latin Modern Math" panose="02000503000000000000" pitchFamily="50" charset="0"/>
              </a:rPr>
              <a:t>03</a:t>
            </a:r>
            <a:r>
              <a:rPr lang="da-DK" sz="2000" i="1" noProof="0">
                <a:latin typeface="Latin Modern Math" panose="02000503000000000000" pitchFamily="50" charset="0"/>
                <a:ea typeface="Latin Modern Math" panose="02000503000000000000" pitchFamily="50" charset="0"/>
              </a:rPr>
              <a:t> </a:t>
            </a:r>
            <a:r>
              <a:rPr lang="da-DK" sz="2000" i="1" noProof="0">
                <a:solidFill>
                  <a:srgbClr val="C00000"/>
                </a:solidFill>
                <a:latin typeface="Latin Modern Math" panose="02000503000000000000" pitchFamily="50" charset="0"/>
                <a:ea typeface="Latin Modern Math" panose="02000503000000000000" pitchFamily="50" charset="0"/>
              </a:rPr>
              <a:t>Analysér</a:t>
            </a:r>
            <a:r>
              <a:rPr lang="da-DK" sz="2000" i="1" noProof="0">
                <a:latin typeface="Latin Modern Math" panose="02000503000000000000" pitchFamily="50" charset="0"/>
                <a:ea typeface="Latin Modern Math" panose="02000503000000000000" pitchFamily="50" charset="0"/>
              </a:rPr>
              <a:t> resultaterne fra ”</a:t>
            </a:r>
            <a:r>
              <a:rPr lang="da-DK" sz="2000" i="1" u="sng" noProof="0">
                <a:latin typeface="Latin Modern Math" panose="02000503000000000000" pitchFamily="50" charset="0"/>
                <a:ea typeface="Latin Modern Math" panose="02000503000000000000" pitchFamily="50" charset="0"/>
              </a:rPr>
              <a:t>Bells ulighedsforsøg</a:t>
            </a:r>
            <a:r>
              <a:rPr lang="da-DK" sz="2000" i="1" noProof="0">
                <a:latin typeface="Latin Modern Math" panose="02000503000000000000" pitchFamily="50" charset="0"/>
                <a:ea typeface="Latin Modern Math" panose="02000503000000000000" pitchFamily="50" charset="0"/>
              </a:rPr>
              <a:t>” udført på DTU og </a:t>
            </a:r>
            <a:r>
              <a:rPr lang="da-DK" sz="2000" i="1" noProof="0">
                <a:solidFill>
                  <a:srgbClr val="C00000"/>
                </a:solidFill>
                <a:latin typeface="Latin Modern Math" panose="02000503000000000000" pitchFamily="50" charset="0"/>
                <a:ea typeface="Latin Modern Math" panose="02000503000000000000" pitchFamily="50" charset="0"/>
              </a:rPr>
              <a:t>vurder</a:t>
            </a:r>
            <a:r>
              <a:rPr lang="da-DK" sz="2000" i="1" noProof="0">
                <a:latin typeface="Latin Modern Math" panose="02000503000000000000" pitchFamily="50" charset="0"/>
                <a:ea typeface="Latin Modern Math" panose="02000503000000000000" pitchFamily="50" charset="0"/>
              </a:rPr>
              <a:t> hvorvidt systemet opfør sig </a:t>
            </a:r>
            <a:r>
              <a:rPr lang="da-DK" sz="2000" i="1" u="sng" noProof="0">
                <a:latin typeface="Latin Modern Math" panose="02000503000000000000" pitchFamily="50" charset="0"/>
                <a:ea typeface="Latin Modern Math" panose="02000503000000000000" pitchFamily="50" charset="0"/>
              </a:rPr>
              <a:t>kvantemekanisk eller klassisk</a:t>
            </a:r>
            <a:r>
              <a:rPr lang="da-DK" sz="2000" i="1" noProof="0">
                <a:latin typeface="Latin Modern Math" panose="02000503000000000000" pitchFamily="50" charset="0"/>
                <a:ea typeface="Latin Modern Math" panose="02000503000000000000" pitchFamily="50" charset="0"/>
              </a:rPr>
              <a:t>.</a:t>
            </a:r>
            <a:br>
              <a:rPr lang="da-DK" sz="2000" i="1" noProof="0">
                <a:latin typeface="Latin Modern Math" panose="02000503000000000000" pitchFamily="50" charset="0"/>
                <a:ea typeface="Latin Modern Math" panose="02000503000000000000" pitchFamily="50" charset="0"/>
              </a:rPr>
            </a:br>
            <a:br>
              <a:rPr lang="da-DK" sz="2000" i="1" noProof="0">
                <a:latin typeface="Latin Modern Math" panose="02000503000000000000" pitchFamily="50" charset="0"/>
                <a:ea typeface="Latin Modern Math" panose="02000503000000000000" pitchFamily="50" charset="0"/>
              </a:rPr>
            </a:br>
            <a:r>
              <a:rPr lang="da-DK" sz="2000" b="1" noProof="0">
                <a:latin typeface="Latin Modern Math" panose="02000503000000000000" pitchFamily="50" charset="0"/>
                <a:ea typeface="Latin Modern Math" panose="02000503000000000000" pitchFamily="50" charset="0"/>
              </a:rPr>
              <a:t>04</a:t>
            </a:r>
            <a:r>
              <a:rPr lang="da-DK" sz="2000" i="1" noProof="0">
                <a:latin typeface="Latin Modern Math" panose="02000503000000000000" pitchFamily="50" charset="0"/>
                <a:ea typeface="Latin Modern Math" panose="02000503000000000000" pitchFamily="50" charset="0"/>
              </a:rPr>
              <a:t> </a:t>
            </a:r>
            <a:r>
              <a:rPr lang="da-DK" sz="2000" i="1" noProof="0">
                <a:solidFill>
                  <a:srgbClr val="C00000"/>
                </a:solidFill>
                <a:latin typeface="Latin Modern Math" panose="02000503000000000000" pitchFamily="50" charset="0"/>
                <a:ea typeface="Latin Modern Math" panose="02000503000000000000" pitchFamily="50" charset="0"/>
              </a:rPr>
              <a:t>Diskutér</a:t>
            </a:r>
            <a:r>
              <a:rPr lang="da-DK" sz="2000" i="1" noProof="0">
                <a:latin typeface="Latin Modern Math" panose="02000503000000000000" pitchFamily="50" charset="0"/>
                <a:ea typeface="Latin Modern Math" panose="02000503000000000000" pitchFamily="50" charset="0"/>
              </a:rPr>
              <a:t> hvilken forståelse forsøgets resultater danner for </a:t>
            </a:r>
            <a:r>
              <a:rPr lang="da-DK" sz="2000" i="1" u="sng" noProof="0">
                <a:latin typeface="Latin Modern Math" panose="02000503000000000000" pitchFamily="50" charset="0"/>
                <a:ea typeface="Latin Modern Math" panose="02000503000000000000" pitchFamily="50" charset="0"/>
              </a:rPr>
              <a:t>lokalrealisme</a:t>
            </a:r>
            <a:r>
              <a:rPr lang="da-DK" sz="2000" i="1" noProof="0">
                <a:latin typeface="Latin Modern Math" panose="02000503000000000000" pitchFamily="50" charset="0"/>
                <a:ea typeface="Latin Modern Math" panose="02000503000000000000" pitchFamily="50" charset="0"/>
              </a:rPr>
              <a:t> og naturens </a:t>
            </a:r>
            <a:r>
              <a:rPr lang="da-DK" sz="2000" i="1" u="sng" noProof="0">
                <a:latin typeface="Latin Modern Math" panose="02000503000000000000" pitchFamily="50" charset="0"/>
                <a:ea typeface="Latin Modern Math" panose="02000503000000000000" pitchFamily="50" charset="0"/>
              </a:rPr>
              <a:t>determinisme</a:t>
            </a:r>
            <a:r>
              <a:rPr lang="da-DK" sz="2000" i="1" noProof="0">
                <a:latin typeface="Latin Modern Math" panose="02000503000000000000" pitchFamily="50" charset="0"/>
                <a:ea typeface="Latin Modern Math" panose="02000503000000000000" pitchFamily="50" charset="0"/>
              </a:rPr>
              <a:t>, og </a:t>
            </a:r>
            <a:r>
              <a:rPr lang="da-DK" sz="2000" i="1" noProof="0">
                <a:solidFill>
                  <a:srgbClr val="C00000"/>
                </a:solidFill>
                <a:latin typeface="Latin Modern Math" panose="02000503000000000000" pitchFamily="50" charset="0"/>
                <a:ea typeface="Latin Modern Math" panose="02000503000000000000" pitchFamily="50" charset="0"/>
              </a:rPr>
              <a:t>perspektivér</a:t>
            </a:r>
            <a:r>
              <a:rPr lang="da-DK" sz="2000" i="1" noProof="0">
                <a:latin typeface="Latin Modern Math" panose="02000503000000000000" pitchFamily="50" charset="0"/>
                <a:ea typeface="Latin Modern Math" panose="02000503000000000000" pitchFamily="50" charset="0"/>
              </a:rPr>
              <a:t> til moderne anvendelser af kvantemekanisk sammenfiltring f.eks. </a:t>
            </a:r>
            <a:r>
              <a:rPr lang="da-DK" sz="2000" i="1" u="sng" noProof="0">
                <a:latin typeface="Latin Modern Math" panose="02000503000000000000" pitchFamily="50" charset="0"/>
                <a:ea typeface="Latin Modern Math" panose="02000503000000000000" pitchFamily="50" charset="0"/>
              </a:rPr>
              <a:t>kvantekryptografi</a:t>
            </a:r>
            <a:r>
              <a:rPr lang="da-DK" sz="2000" i="1" noProof="0">
                <a:latin typeface="Latin Modern Math" panose="02000503000000000000" pitchFamily="50" charset="0"/>
                <a:ea typeface="Latin Modern Math" panose="02000503000000000000" pitchFamily="50" charset="0"/>
              </a:rPr>
              <a:t>. </a:t>
            </a:r>
          </a:p>
        </p:txBody>
      </p:sp>
      <p:pic>
        <p:nvPicPr>
          <p:cNvPr id="1028" name="Picture 4">
            <a:extLst>
              <a:ext uri="{FF2B5EF4-FFF2-40B4-BE49-F238E27FC236}">
                <a16:creationId xmlns:a16="http://schemas.microsoft.com/office/drawing/2014/main" id="{A3D57DA8-A97F-4E9D-5F4D-2A47A14966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BC33618-1965-B146-AEDD-26FD6B93D9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917F880A-822F-D38D-B9C3-94795E77661B}"/>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a:t>
            </a:fld>
            <a:endParaRPr lang="da-DK" noProof="0"/>
          </a:p>
        </p:txBody>
      </p:sp>
      <p:sp>
        <p:nvSpPr>
          <p:cNvPr id="3" name="Title 1">
            <a:extLst>
              <a:ext uri="{FF2B5EF4-FFF2-40B4-BE49-F238E27FC236}">
                <a16:creationId xmlns:a16="http://schemas.microsoft.com/office/drawing/2014/main" id="{E56CDA24-C420-B123-63F6-2F7B93EE1C04}"/>
              </a:ext>
            </a:extLst>
          </p:cNvPr>
          <p:cNvSpPr txBox="1">
            <a:spLocks/>
          </p:cNvSpPr>
          <p:nvPr/>
        </p:nvSpPr>
        <p:spPr>
          <a:xfrm>
            <a:off x="1524000" y="810704"/>
            <a:ext cx="9144000" cy="11500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a-DK" noProof="0">
                <a:latin typeface="Latin Modern Math" panose="02000503000000000000" pitchFamily="50" charset="0"/>
                <a:ea typeface="Latin Modern Math" panose="02000503000000000000" pitchFamily="50" charset="0"/>
              </a:rPr>
              <a:t>Opgaveformulering</a:t>
            </a:r>
          </a:p>
        </p:txBody>
      </p:sp>
    </p:spTree>
    <p:extLst>
      <p:ext uri="{BB962C8B-B14F-4D97-AF65-F5344CB8AC3E}">
        <p14:creationId xmlns:p14="http://schemas.microsoft.com/office/powerpoint/2010/main" val="31596185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4400BB05-0962-C52C-50F6-BD87DB437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ECA4F-3659-3372-D82A-44B56717DECD}"/>
              </a:ext>
            </a:extLst>
          </p:cNvPr>
          <p:cNvSpPr>
            <a:spLocks noGrp="1"/>
          </p:cNvSpPr>
          <p:nvPr>
            <p:ph type="ctrTitle"/>
          </p:nvPr>
        </p:nvSpPr>
        <p:spPr>
          <a:xfrm>
            <a:off x="1388882" y="1348031"/>
            <a:ext cx="9414235" cy="2106891"/>
          </a:xfrm>
        </p:spPr>
        <p:txBody>
          <a:bodyPr>
            <a:normAutofit/>
          </a:bodyPr>
          <a:lstStyle/>
          <a:p>
            <a:r>
              <a:rPr lang="da-DK" sz="2800" i="1" noProof="0">
                <a:solidFill>
                  <a:srgbClr val="C51137"/>
                </a:solidFill>
                <a:latin typeface="Latin Modern Math" panose="02000503000000000000" pitchFamily="50" charset="0"/>
                <a:ea typeface="Latin Modern Math" panose="02000503000000000000" pitchFamily="50" charset="0"/>
              </a:rPr>
              <a:t>“…er nature lokal og realistisk, som Einstein insisterede på, eller må vi acceptere Bohrs syn på kvantemekanikken, hvor sandsynligheder og non-lokalitet dominerer? </a:t>
            </a:r>
            <a:br>
              <a:rPr lang="da-DK" sz="2800" i="1" noProof="0">
                <a:solidFill>
                  <a:srgbClr val="C51137"/>
                </a:solidFill>
                <a:latin typeface="Latin Modern Math" panose="02000503000000000000" pitchFamily="50" charset="0"/>
                <a:ea typeface="Latin Modern Math" panose="02000503000000000000" pitchFamily="50" charset="0"/>
              </a:rPr>
            </a:br>
            <a:r>
              <a:rPr lang="da-DK" sz="2800" i="1" u="sng" noProof="0">
                <a:solidFill>
                  <a:srgbClr val="C51137"/>
                </a:solidFill>
                <a:latin typeface="Latin Modern Math" panose="02000503000000000000" pitchFamily="50" charset="0"/>
                <a:ea typeface="Latin Modern Math" panose="02000503000000000000" pitchFamily="50" charset="0"/>
              </a:rPr>
              <a:t>Hvem af dem havde ret, Einstein eller Bohr?”</a:t>
            </a:r>
          </a:p>
        </p:txBody>
      </p:sp>
      <p:pic>
        <p:nvPicPr>
          <p:cNvPr id="1028" name="Picture 4">
            <a:extLst>
              <a:ext uri="{FF2B5EF4-FFF2-40B4-BE49-F238E27FC236}">
                <a16:creationId xmlns:a16="http://schemas.microsoft.com/office/drawing/2014/main" id="{C8CD1C77-2E88-E4BB-789A-18107B36AF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D841A15-33FD-AD9C-E911-36C19D300D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99E506D7-817F-0D8B-E13E-DB7240CC4AB8}"/>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3</a:t>
            </a:fld>
            <a:endParaRPr lang="da-DK" noProof="0"/>
          </a:p>
        </p:txBody>
      </p:sp>
      <p:sp>
        <p:nvSpPr>
          <p:cNvPr id="11" name="Title 1">
            <a:extLst>
              <a:ext uri="{FF2B5EF4-FFF2-40B4-BE49-F238E27FC236}">
                <a16:creationId xmlns:a16="http://schemas.microsoft.com/office/drawing/2014/main" id="{0789DE7A-F3DD-79F1-64E5-D8C8350428FB}"/>
              </a:ext>
            </a:extLst>
          </p:cNvPr>
          <p:cNvSpPr txBox="1">
            <a:spLocks/>
          </p:cNvSpPr>
          <p:nvPr/>
        </p:nvSpPr>
        <p:spPr>
          <a:xfrm>
            <a:off x="1524000" y="772996"/>
            <a:ext cx="9144000" cy="115007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da-DK" noProof="0">
                <a:latin typeface="Latin Modern Math" panose="02000503000000000000" pitchFamily="50" charset="0"/>
                <a:ea typeface="Latin Modern Math" panose="02000503000000000000" pitchFamily="50" charset="0"/>
              </a:rPr>
              <a:t>Problemformulering</a:t>
            </a:r>
          </a:p>
        </p:txBody>
      </p:sp>
    </p:spTree>
    <p:extLst>
      <p:ext uri="{BB962C8B-B14F-4D97-AF65-F5344CB8AC3E}">
        <p14:creationId xmlns:p14="http://schemas.microsoft.com/office/powerpoint/2010/main" val="12031123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15E8C917-148B-3D80-E297-71105E05EBE4}"/>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6932F6D2-7BC3-7D62-0B95-D77097D86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BFB8A0C-C3A0-4D13-C66C-464B291367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C93FA0C4-620B-C94C-3DEF-441EE7A2EC5D}"/>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4</a:t>
            </a:fld>
            <a:endParaRPr lang="da-DK" noProof="0"/>
          </a:p>
        </p:txBody>
      </p:sp>
      <p:pic>
        <p:nvPicPr>
          <p:cNvPr id="12" name="Picture 11">
            <a:extLst>
              <a:ext uri="{FF2B5EF4-FFF2-40B4-BE49-F238E27FC236}">
                <a16:creationId xmlns:a16="http://schemas.microsoft.com/office/drawing/2014/main" id="{EA5C7EA6-6E2A-24B6-A8A0-8A0B29EBE98D}"/>
              </a:ext>
            </a:extLst>
          </p:cNvPr>
          <p:cNvPicPr>
            <a:picLocks noChangeAspect="1"/>
          </p:cNvPicPr>
          <p:nvPr/>
        </p:nvPicPr>
        <p:blipFill>
          <a:blip r:embed="rId5">
            <a:extLst>
              <a:ext uri="{28A0092B-C50C-407E-A947-70E740481C1C}">
                <a14:useLocalDpi xmlns:a14="http://schemas.microsoft.com/office/drawing/2010/main" val="0"/>
              </a:ext>
            </a:extLst>
          </a:blip>
          <a:srcRect l="51918" t="5754" b="5324"/>
          <a:stretch>
            <a:fillRect/>
          </a:stretch>
        </p:blipFill>
        <p:spPr>
          <a:xfrm>
            <a:off x="4364612" y="1917956"/>
            <a:ext cx="1370744" cy="2535023"/>
          </a:xfrm>
          <a:prstGeom prst="rect">
            <a:avLst/>
          </a:prstGeom>
        </p:spPr>
      </p:pic>
      <p:pic>
        <p:nvPicPr>
          <p:cNvPr id="13" name="Picture 12">
            <a:extLst>
              <a:ext uri="{FF2B5EF4-FFF2-40B4-BE49-F238E27FC236}">
                <a16:creationId xmlns:a16="http://schemas.microsoft.com/office/drawing/2014/main" id="{B875803D-4A94-CF77-B4CF-2D3004886349}"/>
              </a:ext>
            </a:extLst>
          </p:cNvPr>
          <p:cNvPicPr>
            <a:picLocks noChangeAspect="1"/>
          </p:cNvPicPr>
          <p:nvPr/>
        </p:nvPicPr>
        <p:blipFill>
          <a:blip r:embed="rId5">
            <a:extLst>
              <a:ext uri="{28A0092B-C50C-407E-A947-70E740481C1C}">
                <a14:useLocalDpi xmlns:a14="http://schemas.microsoft.com/office/drawing/2010/main" val="0"/>
              </a:ext>
            </a:extLst>
          </a:blip>
          <a:srcRect t="6769" r="49592" b="6129"/>
          <a:stretch>
            <a:fillRect/>
          </a:stretch>
        </p:blipFill>
        <p:spPr>
          <a:xfrm>
            <a:off x="6994966" y="1918017"/>
            <a:ext cx="1468967" cy="2538269"/>
          </a:xfrm>
          <a:prstGeom prst="rect">
            <a:avLst/>
          </a:prstGeom>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3D1B176-F212-2493-B065-CAF74E747E44}"/>
                  </a:ext>
                </a:extLst>
              </p:cNvPr>
              <p:cNvSpPr txBox="1"/>
              <p:nvPr/>
            </p:nvSpPr>
            <p:spPr>
              <a:xfrm>
                <a:off x="3937628" y="4449672"/>
                <a:ext cx="178529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h𝑎𝑛𝑑𝑠𝑘</m:t>
                          </m:r>
                          <m:sSub>
                            <m:sSubPr>
                              <m:ctrlPr>
                                <a:rPr lang="da-DK" b="0" i="1" noProof="0" smtClean="0">
                                  <a:latin typeface="Cambria Math" panose="02040503050406030204" pitchFamily="18" charset="0"/>
                                </a:rPr>
                              </m:ctrlPr>
                            </m:sSubPr>
                            <m:e>
                              <m:r>
                                <a:rPr lang="da-DK" b="0" i="1" noProof="0" smtClean="0">
                                  <a:latin typeface="Cambria Math" panose="02040503050406030204" pitchFamily="18" charset="0"/>
                                </a:rPr>
                                <m:t>𝑒</m:t>
                              </m:r>
                            </m:e>
                            <m:sub>
                              <m:r>
                                <a:rPr lang="da-DK" b="0" i="1" noProof="0" smtClean="0">
                                  <a:latin typeface="Cambria Math" panose="02040503050406030204" pitchFamily="18" charset="0"/>
                                </a:rPr>
                                <m:t>1</m:t>
                              </m:r>
                            </m:sub>
                          </m:sSub>
                        </m:e>
                      </m:d>
                      <m:r>
                        <a:rPr lang="da-DK" b="0" i="1" noProof="0" smtClean="0">
                          <a:latin typeface="Cambria Math" panose="02040503050406030204" pitchFamily="18" charset="0"/>
                        </a:rPr>
                        <m:t>=</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𝑉</m:t>
                          </m:r>
                        </m:e>
                      </m:d>
                    </m:oMath>
                  </m:oMathPara>
                </a14:m>
                <a:endParaRPr lang="da-DK" noProof="0"/>
              </a:p>
            </p:txBody>
          </p:sp>
        </mc:Choice>
        <mc:Fallback>
          <p:sp>
            <p:nvSpPr>
              <p:cNvPr id="14" name="TextBox 13">
                <a:extLst>
                  <a:ext uri="{FF2B5EF4-FFF2-40B4-BE49-F238E27FC236}">
                    <a16:creationId xmlns:a16="http://schemas.microsoft.com/office/drawing/2014/main" id="{03D1B176-F212-2493-B065-CAF74E747E44}"/>
                  </a:ext>
                </a:extLst>
              </p:cNvPr>
              <p:cNvSpPr txBox="1">
                <a:spLocks noRot="1" noChangeAspect="1" noMove="1" noResize="1" noEditPoints="1" noAdjustHandles="1" noChangeArrowheads="1" noChangeShapeType="1" noTextEdit="1"/>
              </p:cNvSpPr>
              <p:nvPr/>
            </p:nvSpPr>
            <p:spPr>
              <a:xfrm>
                <a:off x="3937628" y="4449672"/>
                <a:ext cx="1785297" cy="276999"/>
              </a:xfrm>
              <a:prstGeom prst="rect">
                <a:avLst/>
              </a:prstGeom>
              <a:blipFill>
                <a:blip r:embed="rId6"/>
                <a:stretch>
                  <a:fillRect l="-4437" t="-180000" r="-31399" b="-26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90988BD-B0DB-C2CD-425C-B2018094F513}"/>
                  </a:ext>
                </a:extLst>
              </p:cNvPr>
              <p:cNvSpPr txBox="1"/>
              <p:nvPr/>
            </p:nvSpPr>
            <p:spPr>
              <a:xfrm>
                <a:off x="6822406" y="4452979"/>
                <a:ext cx="18140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h𝑎𝑛𝑑𝑠𝑘</m:t>
                          </m:r>
                          <m:sSub>
                            <m:sSubPr>
                              <m:ctrlPr>
                                <a:rPr lang="da-DK" b="0" i="1" noProof="0" smtClean="0">
                                  <a:latin typeface="Cambria Math" panose="02040503050406030204" pitchFamily="18" charset="0"/>
                                </a:rPr>
                              </m:ctrlPr>
                            </m:sSubPr>
                            <m:e>
                              <m:r>
                                <a:rPr lang="da-DK" b="0" i="1" noProof="0" smtClean="0">
                                  <a:latin typeface="Cambria Math" panose="02040503050406030204" pitchFamily="18" charset="0"/>
                                </a:rPr>
                                <m:t>𝑒</m:t>
                              </m:r>
                            </m:e>
                            <m:sub>
                              <m:r>
                                <a:rPr lang="da-DK" b="0" i="1" noProof="0" smtClean="0">
                                  <a:latin typeface="Cambria Math" panose="02040503050406030204" pitchFamily="18" charset="0"/>
                                </a:rPr>
                                <m:t>2</m:t>
                              </m:r>
                            </m:sub>
                          </m:sSub>
                        </m:e>
                      </m:d>
                      <m:r>
                        <a:rPr lang="da-DK" b="0" i="1" noProof="0" smtClean="0">
                          <a:latin typeface="Cambria Math" panose="02040503050406030204" pitchFamily="18" charset="0"/>
                        </a:rPr>
                        <m:t>=</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𝐻</m:t>
                          </m:r>
                        </m:e>
                      </m:d>
                    </m:oMath>
                  </m:oMathPara>
                </a14:m>
                <a:endParaRPr lang="da-DK" noProof="0"/>
              </a:p>
            </p:txBody>
          </p:sp>
        </mc:Choice>
        <mc:Fallback>
          <p:sp>
            <p:nvSpPr>
              <p:cNvPr id="15" name="TextBox 14">
                <a:extLst>
                  <a:ext uri="{FF2B5EF4-FFF2-40B4-BE49-F238E27FC236}">
                    <a16:creationId xmlns:a16="http://schemas.microsoft.com/office/drawing/2014/main" id="{D90988BD-B0DB-C2CD-425C-B2018094F513}"/>
                  </a:ext>
                </a:extLst>
              </p:cNvPr>
              <p:cNvSpPr txBox="1">
                <a:spLocks noRot="1" noChangeAspect="1" noMove="1" noResize="1" noEditPoints="1" noAdjustHandles="1" noChangeArrowheads="1" noChangeShapeType="1" noTextEdit="1"/>
              </p:cNvSpPr>
              <p:nvPr/>
            </p:nvSpPr>
            <p:spPr>
              <a:xfrm>
                <a:off x="6822406" y="4452979"/>
                <a:ext cx="1814086" cy="276999"/>
              </a:xfrm>
              <a:prstGeom prst="rect">
                <a:avLst/>
              </a:prstGeom>
              <a:blipFill>
                <a:blip r:embed="rId7"/>
                <a:stretch>
                  <a:fillRect l="-4362" t="-173913" r="-30872" b="-260870"/>
                </a:stretch>
              </a:blipFill>
            </p:spPr>
            <p:txBody>
              <a:bodyPr/>
              <a:lstStyle/>
              <a:p>
                <a:r>
                  <a:rPr lang="en-US">
                    <a:noFill/>
                  </a:rPr>
                  <a:t> </a:t>
                </a:r>
              </a:p>
            </p:txBody>
          </p:sp>
        </mc:Fallback>
      </mc:AlternateContent>
    </p:spTree>
    <p:extLst>
      <p:ext uri="{BB962C8B-B14F-4D97-AF65-F5344CB8AC3E}">
        <p14:creationId xmlns:p14="http://schemas.microsoft.com/office/powerpoint/2010/main" val="2700191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9A93495F-F860-6950-F387-13DA8A5D28CC}"/>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69360BA3-6AFA-9B4E-E027-1664510357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621EAA1-E35F-C1E8-85B6-1D79FDEEE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963CE922-CD0D-6172-6501-E5A009DB2F4C}"/>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5</a:t>
            </a:fld>
            <a:endParaRPr lang="da-DK" noProof="0"/>
          </a:p>
        </p:txBody>
      </p:sp>
      <p:pic>
        <p:nvPicPr>
          <p:cNvPr id="12" name="Picture 11">
            <a:extLst>
              <a:ext uri="{FF2B5EF4-FFF2-40B4-BE49-F238E27FC236}">
                <a16:creationId xmlns:a16="http://schemas.microsoft.com/office/drawing/2014/main" id="{80EE9D9E-83CB-A4A9-2972-E05BA039D05A}"/>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1321185" y="1921263"/>
            <a:ext cx="1370744" cy="2535023"/>
          </a:xfrm>
          <a:prstGeom prst="rect">
            <a:avLst/>
          </a:prstGeom>
        </p:spPr>
      </p:pic>
      <p:pic>
        <p:nvPicPr>
          <p:cNvPr id="13" name="Picture 12">
            <a:extLst>
              <a:ext uri="{FF2B5EF4-FFF2-40B4-BE49-F238E27FC236}">
                <a16:creationId xmlns:a16="http://schemas.microsoft.com/office/drawing/2014/main" id="{6754488D-A7FB-EBD3-ED7D-1EF14B380835}"/>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2" name="Picture 1">
            <a:extLst>
              <a:ext uri="{FF2B5EF4-FFF2-40B4-BE49-F238E27FC236}">
                <a16:creationId xmlns:a16="http://schemas.microsoft.com/office/drawing/2014/main" id="{B02EC3E0-4E9C-3D44-42B0-81DB501DE799}"/>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pic>
        <p:nvPicPr>
          <p:cNvPr id="3" name="Picture 2">
            <a:extLst>
              <a:ext uri="{FF2B5EF4-FFF2-40B4-BE49-F238E27FC236}">
                <a16:creationId xmlns:a16="http://schemas.microsoft.com/office/drawing/2014/main" id="{9C70EC8F-05DC-DC75-1BE1-4C61BB1D1F45}"/>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755E9E5D-9327-79D8-9C13-89E777640611}"/>
                  </a:ext>
                </a:extLst>
              </p:cNvPr>
              <p:cNvSpPr txBox="1"/>
              <p:nvPr/>
            </p:nvSpPr>
            <p:spPr>
              <a:xfrm>
                <a:off x="594360" y="4521708"/>
                <a:ext cx="265675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h𝑎𝑛𝑑𝑠𝑘</m:t>
                          </m:r>
                          <m:sSub>
                            <m:sSubPr>
                              <m:ctrlPr>
                                <a:rPr lang="da-DK" b="0" i="1" noProof="0" smtClean="0">
                                  <a:latin typeface="Cambria Math" panose="02040503050406030204" pitchFamily="18" charset="0"/>
                                </a:rPr>
                              </m:ctrlPr>
                            </m:sSubPr>
                            <m:e>
                              <m:r>
                                <a:rPr lang="da-DK" b="0" i="1" noProof="0" smtClean="0">
                                  <a:latin typeface="Cambria Math" panose="02040503050406030204" pitchFamily="18" charset="0"/>
                                </a:rPr>
                                <m:t>𝑒</m:t>
                              </m:r>
                            </m:e>
                            <m:sub>
                              <m:r>
                                <a:rPr lang="da-DK" b="0" i="1" noProof="0" smtClean="0">
                                  <a:latin typeface="Cambria Math" panose="02040503050406030204" pitchFamily="18" charset="0"/>
                                </a:rPr>
                                <m:t>1</m:t>
                              </m:r>
                            </m:sub>
                          </m:sSub>
                        </m:e>
                      </m:d>
                      <m:r>
                        <a:rPr lang="da-DK" b="0" i="1" noProof="0" smtClean="0">
                          <a:latin typeface="Cambria Math" panose="02040503050406030204" pitchFamily="18" charset="0"/>
                        </a:rPr>
                        <m:t>=</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𝑎</m:t>
                          </m:r>
                          <m:r>
                            <a:rPr lang="da-DK" b="0" i="1" noProof="0" smtClean="0">
                              <a:latin typeface="Cambria Math" panose="02040503050406030204" pitchFamily="18" charset="0"/>
                            </a:rPr>
                            <m:t>|</m:t>
                          </m:r>
                          <m:r>
                            <a:rPr lang="da-DK" b="0" i="1" noProof="0" smtClean="0">
                              <a:latin typeface="Cambria Math" panose="02040503050406030204" pitchFamily="18" charset="0"/>
                            </a:rPr>
                            <m:t>𝐻</m:t>
                          </m:r>
                        </m:e>
                      </m:d>
                      <m:r>
                        <a:rPr lang="da-DK" b="0" i="1" noProof="0" smtClean="0">
                          <a:latin typeface="Cambria Math" panose="02040503050406030204" pitchFamily="18" charset="0"/>
                        </a:rPr>
                        <m:t>+</m:t>
                      </m:r>
                      <m:r>
                        <a:rPr lang="da-DK" b="0" i="1" noProof="0" smtClean="0">
                          <a:latin typeface="Cambria Math" panose="02040503050406030204" pitchFamily="18" charset="0"/>
                        </a:rPr>
                        <m:t>𝑏</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𝑉</m:t>
                          </m:r>
                        </m:e>
                      </m:d>
                    </m:oMath>
                  </m:oMathPara>
                </a14:m>
                <a:endParaRPr lang="da-DK" noProof="0"/>
              </a:p>
            </p:txBody>
          </p:sp>
        </mc:Choice>
        <mc:Fallback>
          <p:sp>
            <p:nvSpPr>
              <p:cNvPr id="4" name="TextBox 3">
                <a:extLst>
                  <a:ext uri="{FF2B5EF4-FFF2-40B4-BE49-F238E27FC236}">
                    <a16:creationId xmlns:a16="http://schemas.microsoft.com/office/drawing/2014/main" id="{755E9E5D-9327-79D8-9C13-89E777640611}"/>
                  </a:ext>
                </a:extLst>
              </p:cNvPr>
              <p:cNvSpPr txBox="1">
                <a:spLocks noRot="1" noChangeAspect="1" noMove="1" noResize="1" noEditPoints="1" noAdjustHandles="1" noChangeArrowheads="1" noChangeShapeType="1" noTextEdit="1"/>
              </p:cNvSpPr>
              <p:nvPr/>
            </p:nvSpPr>
            <p:spPr>
              <a:xfrm>
                <a:off x="594360" y="4521708"/>
                <a:ext cx="2656753" cy="276999"/>
              </a:xfrm>
              <a:prstGeom prst="rect">
                <a:avLst/>
              </a:prstGeom>
              <a:blipFill>
                <a:blip r:embed="rId6"/>
                <a:stretch>
                  <a:fillRect l="-2759" t="-180000" r="-21149" b="-26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20E20DE-3FD4-A2F9-C875-4FC3246FF1D8}"/>
                  </a:ext>
                </a:extLst>
              </p:cNvPr>
              <p:cNvSpPr txBox="1"/>
              <p:nvPr/>
            </p:nvSpPr>
            <p:spPr>
              <a:xfrm>
                <a:off x="8857066" y="4456285"/>
                <a:ext cx="266207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h𝑎𝑛𝑑𝑠𝑘</m:t>
                          </m:r>
                          <m:sSub>
                            <m:sSubPr>
                              <m:ctrlPr>
                                <a:rPr lang="da-DK" b="0" i="1" noProof="0" smtClean="0">
                                  <a:latin typeface="Cambria Math" panose="02040503050406030204" pitchFamily="18" charset="0"/>
                                </a:rPr>
                              </m:ctrlPr>
                            </m:sSubPr>
                            <m:e>
                              <m:r>
                                <a:rPr lang="da-DK" b="0" i="1" noProof="0" smtClean="0">
                                  <a:latin typeface="Cambria Math" panose="02040503050406030204" pitchFamily="18" charset="0"/>
                                </a:rPr>
                                <m:t>𝑒</m:t>
                              </m:r>
                            </m:e>
                            <m:sub>
                              <m:r>
                                <a:rPr lang="da-DK" b="0" i="1" noProof="0" smtClean="0">
                                  <a:latin typeface="Cambria Math" panose="02040503050406030204" pitchFamily="18" charset="0"/>
                                </a:rPr>
                                <m:t>2</m:t>
                              </m:r>
                            </m:sub>
                          </m:sSub>
                        </m:e>
                      </m:d>
                      <m:r>
                        <a:rPr lang="da-DK" b="0" i="1" noProof="0" smtClean="0">
                          <a:latin typeface="Cambria Math" panose="02040503050406030204" pitchFamily="18" charset="0"/>
                        </a:rPr>
                        <m:t>=</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𝑎</m:t>
                          </m:r>
                          <m:r>
                            <a:rPr lang="da-DK" b="0" i="1" noProof="0" smtClean="0">
                              <a:latin typeface="Cambria Math" panose="02040503050406030204" pitchFamily="18" charset="0"/>
                            </a:rPr>
                            <m:t>|</m:t>
                          </m:r>
                          <m:r>
                            <a:rPr lang="da-DK" b="0" i="1" noProof="0" smtClean="0">
                              <a:latin typeface="Cambria Math" panose="02040503050406030204" pitchFamily="18" charset="0"/>
                            </a:rPr>
                            <m:t>𝐻</m:t>
                          </m:r>
                        </m:e>
                      </m:d>
                      <m:r>
                        <a:rPr lang="da-DK" b="0" i="1" noProof="0" smtClean="0">
                          <a:latin typeface="Cambria Math" panose="02040503050406030204" pitchFamily="18" charset="0"/>
                        </a:rPr>
                        <m:t>+</m:t>
                      </m:r>
                      <m:r>
                        <a:rPr lang="da-DK" b="0" i="1" noProof="0" smtClean="0">
                          <a:latin typeface="Cambria Math" panose="02040503050406030204" pitchFamily="18" charset="0"/>
                        </a:rPr>
                        <m:t>𝑏</m:t>
                      </m:r>
                      <m:d>
                        <m:dPr>
                          <m:begChr m:val=""/>
                          <m:endChr m:val="⟩"/>
                          <m:ctrlPr>
                            <a:rPr lang="da-DK" b="0" i="1" noProof="0" smtClean="0">
                              <a:latin typeface="Cambria Math" panose="02040503050406030204" pitchFamily="18" charset="0"/>
                            </a:rPr>
                          </m:ctrlPr>
                        </m:dPr>
                        <m:e>
                          <m:r>
                            <a:rPr lang="da-DK" b="0" i="1" noProof="0" smtClean="0">
                              <a:latin typeface="Cambria Math" panose="02040503050406030204" pitchFamily="18" charset="0"/>
                            </a:rPr>
                            <m:t>|</m:t>
                          </m:r>
                          <m:r>
                            <a:rPr lang="da-DK" b="0" i="1" noProof="0" smtClean="0">
                              <a:latin typeface="Cambria Math" panose="02040503050406030204" pitchFamily="18" charset="0"/>
                            </a:rPr>
                            <m:t>𝑉</m:t>
                          </m:r>
                        </m:e>
                      </m:d>
                    </m:oMath>
                  </m:oMathPara>
                </a14:m>
                <a:endParaRPr lang="da-DK" noProof="0"/>
              </a:p>
            </p:txBody>
          </p:sp>
        </mc:Choice>
        <mc:Fallback>
          <p:sp>
            <p:nvSpPr>
              <p:cNvPr id="5" name="TextBox 4">
                <a:extLst>
                  <a:ext uri="{FF2B5EF4-FFF2-40B4-BE49-F238E27FC236}">
                    <a16:creationId xmlns:a16="http://schemas.microsoft.com/office/drawing/2014/main" id="{720E20DE-3FD4-A2F9-C875-4FC3246FF1D8}"/>
                  </a:ext>
                </a:extLst>
              </p:cNvPr>
              <p:cNvSpPr txBox="1">
                <a:spLocks noRot="1" noChangeAspect="1" noMove="1" noResize="1" noEditPoints="1" noAdjustHandles="1" noChangeArrowheads="1" noChangeShapeType="1" noTextEdit="1"/>
              </p:cNvSpPr>
              <p:nvPr/>
            </p:nvSpPr>
            <p:spPr>
              <a:xfrm>
                <a:off x="8857066" y="4456285"/>
                <a:ext cx="2662074" cy="276999"/>
              </a:xfrm>
              <a:prstGeom prst="rect">
                <a:avLst/>
              </a:prstGeom>
              <a:blipFill>
                <a:blip r:embed="rId7"/>
                <a:stretch>
                  <a:fillRect l="-2746" t="-177778" r="-20824" b="-2688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9D4F84D-B014-BA06-E4C2-CECC2DBF06BA}"/>
                  </a:ext>
                </a:extLst>
              </p:cNvPr>
              <p:cNvSpPr txBox="1"/>
              <p:nvPr/>
            </p:nvSpPr>
            <p:spPr>
              <a:xfrm>
                <a:off x="5553244" y="5532229"/>
                <a:ext cx="108551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2400" b="0" i="1" noProof="0" smtClean="0">
                          <a:latin typeface="Cambria Math" panose="02040503050406030204" pitchFamily="18" charset="0"/>
                        </a:rPr>
                        <m:t>𝑎</m:t>
                      </m:r>
                      <m:r>
                        <a:rPr lang="da-DK" sz="2400" b="0" i="1" noProof="0" smtClean="0">
                          <a:latin typeface="Cambria Math" panose="02040503050406030204" pitchFamily="18" charset="0"/>
                        </a:rPr>
                        <m:t>,</m:t>
                      </m:r>
                      <m:r>
                        <a:rPr lang="da-DK" sz="2400" b="0" i="1" noProof="0" smtClean="0">
                          <a:latin typeface="Cambria Math" panose="02040503050406030204" pitchFamily="18" charset="0"/>
                        </a:rPr>
                        <m:t>𝑏</m:t>
                      </m:r>
                      <m:r>
                        <a:rPr lang="da-DK" sz="2400" b="0" i="1" noProof="0" smtClean="0">
                          <a:latin typeface="Cambria Math" panose="02040503050406030204" pitchFamily="18" charset="0"/>
                        </a:rPr>
                        <m:t>∈</m:t>
                      </m:r>
                      <m:r>
                        <a:rPr lang="da-DK" sz="2400" b="0" i="1" noProof="0" smtClean="0">
                          <a:latin typeface="Cambria Math" panose="02040503050406030204" pitchFamily="18" charset="0"/>
                          <a:ea typeface="Cambria Math" panose="02040503050406030204" pitchFamily="18" charset="0"/>
                        </a:rPr>
                        <m:t>ℂ</m:t>
                      </m:r>
                    </m:oMath>
                  </m:oMathPara>
                </a14:m>
                <a:endParaRPr lang="da-DK" sz="2400" noProof="0"/>
              </a:p>
            </p:txBody>
          </p:sp>
        </mc:Choice>
        <mc:Fallback>
          <p:sp>
            <p:nvSpPr>
              <p:cNvPr id="7" name="TextBox 6">
                <a:extLst>
                  <a:ext uri="{FF2B5EF4-FFF2-40B4-BE49-F238E27FC236}">
                    <a16:creationId xmlns:a16="http://schemas.microsoft.com/office/drawing/2014/main" id="{D9D4F84D-B014-BA06-E4C2-CECC2DBF06BA}"/>
                  </a:ext>
                </a:extLst>
              </p:cNvPr>
              <p:cNvSpPr txBox="1">
                <a:spLocks noRot="1" noChangeAspect="1" noMove="1" noResize="1" noEditPoints="1" noAdjustHandles="1" noChangeArrowheads="1" noChangeShapeType="1" noTextEdit="1"/>
              </p:cNvSpPr>
              <p:nvPr/>
            </p:nvSpPr>
            <p:spPr>
              <a:xfrm>
                <a:off x="5553244" y="5532229"/>
                <a:ext cx="1085510" cy="369332"/>
              </a:xfrm>
              <a:prstGeom prst="rect">
                <a:avLst/>
              </a:prstGeom>
              <a:blipFill>
                <a:blip r:embed="rId8"/>
                <a:stretch>
                  <a:fillRect l="-3933" r="-5618" b="-8333"/>
                </a:stretch>
              </a:blipFill>
            </p:spPr>
            <p:txBody>
              <a:bodyPr/>
              <a:lstStyle/>
              <a:p>
                <a:r>
                  <a:rPr lang="en-US">
                    <a:noFill/>
                  </a:rPr>
                  <a:t> </a:t>
                </a:r>
              </a:p>
            </p:txBody>
          </p:sp>
        </mc:Fallback>
      </mc:AlternateContent>
    </p:spTree>
    <p:extLst>
      <p:ext uri="{BB962C8B-B14F-4D97-AF65-F5344CB8AC3E}">
        <p14:creationId xmlns:p14="http://schemas.microsoft.com/office/powerpoint/2010/main" val="29984029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95ADD32F-9DAD-4926-73BA-B826168D552F}"/>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42D7F119-5BF0-4D26-9E72-DBF22FD4E7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5CCB1BA-917F-838F-A5C4-C050D509CF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2332AA44-826C-F2DB-413F-1FFBCE75C3E5}"/>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6</a:t>
            </a:fld>
            <a:endParaRPr lang="da-DK" noProof="0"/>
          </a:p>
        </p:txBody>
      </p:sp>
      <p:pic>
        <p:nvPicPr>
          <p:cNvPr id="12" name="Picture 11">
            <a:extLst>
              <a:ext uri="{FF2B5EF4-FFF2-40B4-BE49-F238E27FC236}">
                <a16:creationId xmlns:a16="http://schemas.microsoft.com/office/drawing/2014/main" id="{976DED18-24AA-B739-5024-E82FB0BB134B}"/>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1321185" y="1921263"/>
            <a:ext cx="1370744" cy="2535023"/>
          </a:xfrm>
          <a:prstGeom prst="rect">
            <a:avLst/>
          </a:prstGeom>
        </p:spPr>
      </p:pic>
      <p:pic>
        <p:nvPicPr>
          <p:cNvPr id="3" name="Picture 2">
            <a:extLst>
              <a:ext uri="{FF2B5EF4-FFF2-40B4-BE49-F238E27FC236}">
                <a16:creationId xmlns:a16="http://schemas.microsoft.com/office/drawing/2014/main" id="{A512D23D-816C-91B1-84B0-B8FE98A54E14}"/>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A68ECFC-2989-95CB-22F5-747C60CBC1AC}"/>
                  </a:ext>
                </a:extLst>
              </p:cNvPr>
              <p:cNvSpPr txBox="1"/>
              <p:nvPr/>
            </p:nvSpPr>
            <p:spPr>
              <a:xfrm>
                <a:off x="3146602" y="4971854"/>
                <a:ext cx="5898794"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m:t>
                          </m:r>
                          <m:r>
                            <a:rPr lang="da-DK" sz="2400" b="0" i="1" noProof="0" smtClean="0">
                              <a:latin typeface="Cambria Math" panose="02040503050406030204" pitchFamily="18" charset="0"/>
                            </a:rPr>
                            <m:t>h𝑎𝑛𝑑𝑠𝑘</m:t>
                          </m:r>
                          <m:sSub>
                            <m:sSubPr>
                              <m:ctrlPr>
                                <a:rPr lang="da-DK" sz="2400" b="0" i="1" noProof="0" smtClean="0">
                                  <a:latin typeface="Cambria Math" panose="02040503050406030204" pitchFamily="18" charset="0"/>
                                </a:rPr>
                              </m:ctrlPr>
                            </m:sSubPr>
                            <m:e>
                              <m:r>
                                <a:rPr lang="da-DK" sz="2400" b="0" i="1" noProof="0" smtClean="0">
                                  <a:latin typeface="Cambria Math" panose="02040503050406030204" pitchFamily="18" charset="0"/>
                                </a:rPr>
                                <m:t>𝑒</m:t>
                              </m:r>
                            </m:e>
                            <m:sub>
                              <m:r>
                                <a:rPr lang="da-DK" sz="2400" b="0" i="1" noProof="0" smtClean="0">
                                  <a:latin typeface="Cambria Math" panose="02040503050406030204" pitchFamily="18" charset="0"/>
                                </a:rPr>
                                <m:t>𝑠𝑎𝑚𝑙𝑒𝑡</m:t>
                              </m:r>
                            </m:sub>
                          </m:sSub>
                        </m:e>
                      </m:d>
                      <m:r>
                        <a:rPr lang="da-DK" sz="2400" b="0" i="1" noProof="0" smtClean="0">
                          <a:latin typeface="Cambria Math" panose="02040503050406030204" pitchFamily="18" charset="0"/>
                        </a:rPr>
                        <m:t>=</m:t>
                      </m:r>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m:t>
                          </m:r>
                          <m:r>
                            <a:rPr lang="da-DK" sz="2400" b="0" i="1" noProof="0" smtClean="0">
                              <a:latin typeface="Cambria Math" panose="02040503050406030204" pitchFamily="18" charset="0"/>
                            </a:rPr>
                            <m:t>h𝑎𝑛𝑑𝑠𝑘</m:t>
                          </m:r>
                          <m:sSub>
                            <m:sSubPr>
                              <m:ctrlPr>
                                <a:rPr lang="da-DK" sz="2400" b="0" i="1" noProof="0" smtClean="0">
                                  <a:latin typeface="Cambria Math" panose="02040503050406030204" pitchFamily="18" charset="0"/>
                                </a:rPr>
                              </m:ctrlPr>
                            </m:sSubPr>
                            <m:e>
                              <m:r>
                                <a:rPr lang="da-DK" sz="2400" b="0" i="1" noProof="0" smtClean="0">
                                  <a:latin typeface="Cambria Math" panose="02040503050406030204" pitchFamily="18" charset="0"/>
                                </a:rPr>
                                <m:t>𝑒</m:t>
                              </m:r>
                            </m:e>
                            <m:sub>
                              <m:r>
                                <a:rPr lang="da-DK" sz="2400" b="0" i="1" noProof="0" smtClean="0">
                                  <a:latin typeface="Cambria Math" panose="02040503050406030204" pitchFamily="18" charset="0"/>
                                </a:rPr>
                                <m:t>1</m:t>
                              </m:r>
                            </m:sub>
                          </m:sSub>
                        </m:e>
                      </m:d>
                      <m:r>
                        <a:rPr lang="da-DK" sz="2400" i="1" noProof="0" smtClean="0">
                          <a:latin typeface="Cambria Math" panose="02040503050406030204" pitchFamily="18" charset="0"/>
                          <a:ea typeface="Cambria Math" panose="02040503050406030204" pitchFamily="18" charset="0"/>
                        </a:rPr>
                        <m:t>⨂</m:t>
                      </m:r>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m:t>
                          </m:r>
                          <m:r>
                            <a:rPr lang="da-DK" sz="2400" b="0" i="1" noProof="0" smtClean="0">
                              <a:latin typeface="Cambria Math" panose="02040503050406030204" pitchFamily="18" charset="0"/>
                            </a:rPr>
                            <m:t>h𝑎𝑛𝑑𝑠𝑘</m:t>
                          </m:r>
                          <m:sSub>
                            <m:sSubPr>
                              <m:ctrlPr>
                                <a:rPr lang="da-DK" sz="2400" b="0" i="1" noProof="0" smtClean="0">
                                  <a:latin typeface="Cambria Math" panose="02040503050406030204" pitchFamily="18" charset="0"/>
                                </a:rPr>
                              </m:ctrlPr>
                            </m:sSubPr>
                            <m:e>
                              <m:r>
                                <a:rPr lang="da-DK" sz="2400" b="0" i="1" noProof="0" smtClean="0">
                                  <a:latin typeface="Cambria Math" panose="02040503050406030204" pitchFamily="18" charset="0"/>
                                </a:rPr>
                                <m:t>𝑒</m:t>
                              </m:r>
                            </m:e>
                            <m:sub>
                              <m:r>
                                <a:rPr lang="da-DK" sz="2400" b="0" i="1" noProof="0" smtClean="0">
                                  <a:latin typeface="Cambria Math" panose="02040503050406030204" pitchFamily="18" charset="0"/>
                                </a:rPr>
                                <m:t>2</m:t>
                              </m:r>
                            </m:sub>
                          </m:sSub>
                        </m:e>
                      </m:d>
                    </m:oMath>
                  </m:oMathPara>
                </a14:m>
                <a:endParaRPr lang="da-DK" sz="2400" noProof="0"/>
              </a:p>
            </p:txBody>
          </p:sp>
        </mc:Choice>
        <mc:Fallback>
          <p:sp>
            <p:nvSpPr>
              <p:cNvPr id="8" name="TextBox 7">
                <a:extLst>
                  <a:ext uri="{FF2B5EF4-FFF2-40B4-BE49-F238E27FC236}">
                    <a16:creationId xmlns:a16="http://schemas.microsoft.com/office/drawing/2014/main" id="{0A68ECFC-2989-95CB-22F5-747C60CBC1AC}"/>
                  </a:ext>
                </a:extLst>
              </p:cNvPr>
              <p:cNvSpPr txBox="1">
                <a:spLocks noRot="1" noChangeAspect="1" noMove="1" noResize="1" noEditPoints="1" noAdjustHandles="1" noChangeArrowheads="1" noChangeShapeType="1" noTextEdit="1"/>
              </p:cNvSpPr>
              <p:nvPr/>
            </p:nvSpPr>
            <p:spPr>
              <a:xfrm>
                <a:off x="3146602" y="4971854"/>
                <a:ext cx="5898794" cy="369332"/>
              </a:xfrm>
              <a:prstGeom prst="rect">
                <a:avLst/>
              </a:prstGeom>
              <a:blipFill>
                <a:blip r:embed="rId6"/>
                <a:stretch>
                  <a:fillRect l="-1343" t="-178333" r="-11674" b="-26000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84A20F9-7C57-D73F-C4AF-6D917506EA96}"/>
              </a:ext>
            </a:extLst>
          </p:cNvPr>
          <p:cNvSpPr txBox="1"/>
          <p:nvPr/>
        </p:nvSpPr>
        <p:spPr>
          <a:xfrm>
            <a:off x="4867298" y="2819442"/>
            <a:ext cx="2457404" cy="369332"/>
          </a:xfrm>
          <a:prstGeom prst="rect">
            <a:avLst/>
          </a:prstGeom>
          <a:noFill/>
        </p:spPr>
        <p:txBody>
          <a:bodyPr wrap="none" lIns="0" tIns="0" rIns="0" bIns="0" rtlCol="0">
            <a:spAutoFit/>
          </a:bodyPr>
          <a:lstStyle/>
          <a:p>
            <a:r>
              <a:rPr lang="da-DK" sz="2400" u="sng" noProof="0" err="1">
                <a:solidFill>
                  <a:srgbClr val="C00000"/>
                </a:solidFill>
                <a:latin typeface="Latin Modern Math" panose="02000503000000000000" pitchFamily="50" charset="0"/>
                <a:ea typeface="Latin Modern Math" panose="02000503000000000000" pitchFamily="50" charset="0"/>
              </a:rPr>
              <a:t>Sperable</a:t>
            </a:r>
            <a:r>
              <a:rPr lang="da-DK" sz="2400" noProof="0">
                <a:latin typeface="Latin Modern Math" panose="02000503000000000000" pitchFamily="50" charset="0"/>
                <a:ea typeface="Latin Modern Math" panose="02000503000000000000" pitchFamily="50" charset="0"/>
              </a:rPr>
              <a:t> handsker</a:t>
            </a:r>
          </a:p>
        </p:txBody>
      </p:sp>
    </p:spTree>
    <p:extLst>
      <p:ext uri="{BB962C8B-B14F-4D97-AF65-F5344CB8AC3E}">
        <p14:creationId xmlns:p14="http://schemas.microsoft.com/office/powerpoint/2010/main" val="12155678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CAE8DBAF-FAE7-C0C7-BC44-2539C3F22150}"/>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7CBCF610-EBF6-285E-7B2F-A6679A79A9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72FD348-CFB9-5872-3199-E0C7012CC2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C5FB5825-3C51-DF90-54E7-11DDC3802406}"/>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7</a:t>
            </a:fld>
            <a:endParaRPr lang="da-DK" noProof="0"/>
          </a:p>
        </p:txBody>
      </p:sp>
      <p:pic>
        <p:nvPicPr>
          <p:cNvPr id="12" name="Picture 11">
            <a:extLst>
              <a:ext uri="{FF2B5EF4-FFF2-40B4-BE49-F238E27FC236}">
                <a16:creationId xmlns:a16="http://schemas.microsoft.com/office/drawing/2014/main" id="{9D3544CA-8A3D-48B3-34F0-24015078D80C}"/>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1321185" y="1921263"/>
            <a:ext cx="1370744" cy="2535023"/>
          </a:xfrm>
          <a:prstGeom prst="rect">
            <a:avLst/>
          </a:prstGeom>
        </p:spPr>
      </p:pic>
      <p:pic>
        <p:nvPicPr>
          <p:cNvPr id="13" name="Picture 12">
            <a:extLst>
              <a:ext uri="{FF2B5EF4-FFF2-40B4-BE49-F238E27FC236}">
                <a16:creationId xmlns:a16="http://schemas.microsoft.com/office/drawing/2014/main" id="{28D98902-3E8B-BD10-E8C2-2FF58BCD19F3}"/>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2" name="Picture 1">
            <a:extLst>
              <a:ext uri="{FF2B5EF4-FFF2-40B4-BE49-F238E27FC236}">
                <a16:creationId xmlns:a16="http://schemas.microsoft.com/office/drawing/2014/main" id="{1BC67929-14F6-F41D-2C34-D2CD53BC059A}"/>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pic>
        <p:nvPicPr>
          <p:cNvPr id="3" name="Picture 2">
            <a:extLst>
              <a:ext uri="{FF2B5EF4-FFF2-40B4-BE49-F238E27FC236}">
                <a16:creationId xmlns:a16="http://schemas.microsoft.com/office/drawing/2014/main" id="{3C7BC05C-3BD3-0882-5B30-6C8F1867C6AC}"/>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p:sp>
        <p:nvSpPr>
          <p:cNvPr id="8" name="TextBox 7">
            <a:extLst>
              <a:ext uri="{FF2B5EF4-FFF2-40B4-BE49-F238E27FC236}">
                <a16:creationId xmlns:a16="http://schemas.microsoft.com/office/drawing/2014/main" id="{1464D571-AE50-6B04-BC85-4728A4416C5A}"/>
              </a:ext>
            </a:extLst>
          </p:cNvPr>
          <p:cNvSpPr txBox="1"/>
          <p:nvPr/>
        </p:nvSpPr>
        <p:spPr>
          <a:xfrm>
            <a:off x="4772720" y="2817818"/>
            <a:ext cx="2646558" cy="369332"/>
          </a:xfrm>
          <a:prstGeom prst="rect">
            <a:avLst/>
          </a:prstGeom>
          <a:noFill/>
        </p:spPr>
        <p:txBody>
          <a:bodyPr wrap="none" lIns="0" tIns="0" rIns="0" bIns="0" rtlCol="0">
            <a:spAutoFit/>
          </a:bodyPr>
          <a:lstStyle/>
          <a:p>
            <a:r>
              <a:rPr lang="da-DK" sz="2400" u="sng" noProof="0" err="1">
                <a:solidFill>
                  <a:srgbClr val="C00000"/>
                </a:solidFill>
                <a:latin typeface="Latin Modern Math" panose="02000503000000000000" pitchFamily="50" charset="0"/>
                <a:ea typeface="Latin Modern Math" panose="02000503000000000000" pitchFamily="50" charset="0"/>
              </a:rPr>
              <a:t>Usperable</a:t>
            </a:r>
            <a:r>
              <a:rPr lang="da-DK" sz="2400" b="1" i="1" noProof="0">
                <a:solidFill>
                  <a:srgbClr val="C00000"/>
                </a:solidFill>
                <a:latin typeface="Latin Modern Math" panose="02000503000000000000" pitchFamily="50" charset="0"/>
                <a:ea typeface="Latin Modern Math" panose="02000503000000000000" pitchFamily="50" charset="0"/>
              </a:rPr>
              <a:t> </a:t>
            </a:r>
            <a:r>
              <a:rPr lang="da-DK" sz="2400" noProof="0">
                <a:latin typeface="Latin Modern Math" panose="02000503000000000000" pitchFamily="50" charset="0"/>
                <a:ea typeface="Latin Modern Math" panose="02000503000000000000" pitchFamily="50" charset="0"/>
              </a:rPr>
              <a:t>handsker</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23FC858-22F4-8B0A-C1FF-153FB9999DAA}"/>
                  </a:ext>
                </a:extLst>
              </p:cNvPr>
              <p:cNvSpPr txBox="1"/>
              <p:nvPr/>
            </p:nvSpPr>
            <p:spPr>
              <a:xfrm>
                <a:off x="3796488" y="4456285"/>
                <a:ext cx="4450385" cy="7629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m:t>
                          </m:r>
                          <m:sSup>
                            <m:sSupPr>
                              <m:ctrlPr>
                                <a:rPr lang="da-DK" sz="2400" b="0" i="1" noProof="0" smtClean="0">
                                  <a:latin typeface="Cambria Math" panose="02040503050406030204" pitchFamily="18" charset="0"/>
                                </a:rPr>
                              </m:ctrlPr>
                            </m:sSupPr>
                            <m:e>
                              <m:r>
                                <m:rPr>
                                  <m:sty m:val="p"/>
                                </m:rPr>
                                <a:rPr lang="da-DK" sz="2400" b="0" i="0" noProof="0" smtClean="0">
                                  <a:latin typeface="Cambria Math" panose="02040503050406030204" pitchFamily="18" charset="0"/>
                                </a:rPr>
                                <m:t>Ψ</m:t>
                              </m:r>
                            </m:e>
                            <m:sup>
                              <m:r>
                                <a:rPr lang="da-DK" sz="2400" b="0" i="1" noProof="0" smtClean="0">
                                  <a:latin typeface="Cambria Math" panose="02040503050406030204" pitchFamily="18" charset="0"/>
                                </a:rPr>
                                <m:t>+</m:t>
                              </m:r>
                            </m:sup>
                          </m:sSup>
                        </m:e>
                      </m:d>
                      <m:r>
                        <a:rPr lang="da-DK" sz="2400" b="0" i="1" noProof="0" smtClean="0">
                          <a:latin typeface="Cambria Math" panose="02040503050406030204" pitchFamily="18" charset="0"/>
                        </a:rPr>
                        <m:t>=</m:t>
                      </m:r>
                      <m:f>
                        <m:fPr>
                          <m:ctrlPr>
                            <a:rPr lang="da-DK" sz="2400" b="0" i="1" noProof="0" smtClean="0">
                              <a:latin typeface="Cambria Math" panose="02040503050406030204" pitchFamily="18" charset="0"/>
                            </a:rPr>
                          </m:ctrlPr>
                        </m:fPr>
                        <m:num>
                          <m:r>
                            <a:rPr lang="da-DK" sz="2400" b="0" i="1" noProof="0" smtClean="0">
                              <a:latin typeface="Cambria Math" panose="02040503050406030204" pitchFamily="18" charset="0"/>
                            </a:rPr>
                            <m:t>1</m:t>
                          </m:r>
                        </m:num>
                        <m:den>
                          <m:rad>
                            <m:radPr>
                              <m:degHide m:val="on"/>
                              <m:ctrlPr>
                                <a:rPr lang="da-DK" sz="2400" b="0" i="1" noProof="0" smtClean="0">
                                  <a:latin typeface="Cambria Math" panose="02040503050406030204" pitchFamily="18" charset="0"/>
                                </a:rPr>
                              </m:ctrlPr>
                            </m:radPr>
                            <m:deg/>
                            <m:e>
                              <m:r>
                                <a:rPr lang="da-DK" sz="2400" b="0" i="1" noProof="0" smtClean="0">
                                  <a:latin typeface="Cambria Math" panose="02040503050406030204" pitchFamily="18" charset="0"/>
                                </a:rPr>
                                <m:t>2</m:t>
                              </m:r>
                            </m:e>
                          </m:rad>
                        </m:den>
                      </m:f>
                      <m:d>
                        <m:dPr>
                          <m:ctrlPr>
                            <a:rPr lang="da-DK" sz="2400" b="0" i="1" noProof="0" smtClean="0">
                              <a:latin typeface="Cambria Math" panose="02040503050406030204" pitchFamily="18" charset="0"/>
                            </a:rPr>
                          </m:ctrlPr>
                        </m:dPr>
                        <m:e>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𝐻</m:t>
                                      </m:r>
                                    </m:e>
                                  </m:d>
                                </m:e>
                                <m:sub>
                                  <m:r>
                                    <a:rPr lang="da-DK" sz="2400" b="0" i="1" noProof="0" smtClean="0">
                                      <a:latin typeface="Cambria Math" panose="02040503050406030204" pitchFamily="18" charset="0"/>
                                    </a:rPr>
                                    <m:t>1</m:t>
                                  </m:r>
                                </m:sub>
                              </m:sSub>
                            </m:e>
                          </m:d>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𝑉</m:t>
                                  </m:r>
                                </m:e>
                              </m:d>
                            </m:e>
                            <m:sub>
                              <m:r>
                                <a:rPr lang="da-DK" sz="2400" b="0" i="1" noProof="0" smtClean="0">
                                  <a:latin typeface="Cambria Math" panose="02040503050406030204" pitchFamily="18" charset="0"/>
                                </a:rPr>
                                <m:t>2</m:t>
                              </m:r>
                            </m:sub>
                          </m:sSub>
                          <m:r>
                            <a:rPr lang="da-DK" sz="2400" b="0" i="1" noProof="0" smtClean="0">
                              <a:latin typeface="Cambria Math" panose="02040503050406030204" pitchFamily="18" charset="0"/>
                            </a:rPr>
                            <m:t>+</m:t>
                          </m:r>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𝑉</m:t>
                                      </m:r>
                                    </m:e>
                                  </m:d>
                                </m:e>
                                <m:sub>
                                  <m:r>
                                    <a:rPr lang="da-DK" sz="2400" b="0" i="1" noProof="0" smtClean="0">
                                      <a:latin typeface="Cambria Math" panose="02040503050406030204" pitchFamily="18" charset="0"/>
                                    </a:rPr>
                                    <m:t>1</m:t>
                                  </m:r>
                                </m:sub>
                              </m:sSub>
                            </m:e>
                          </m:d>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𝐻</m:t>
                                  </m:r>
                                </m:e>
                              </m:d>
                            </m:e>
                            <m:sub>
                              <m:r>
                                <a:rPr lang="da-DK" sz="2400" b="0" i="1" noProof="0" smtClean="0">
                                  <a:latin typeface="Cambria Math" panose="02040503050406030204" pitchFamily="18" charset="0"/>
                                </a:rPr>
                                <m:t>2</m:t>
                              </m:r>
                            </m:sub>
                          </m:sSub>
                        </m:e>
                      </m:d>
                    </m:oMath>
                  </m:oMathPara>
                </a14:m>
                <a:endParaRPr lang="da-DK" sz="2400" noProof="0"/>
              </a:p>
            </p:txBody>
          </p:sp>
        </mc:Choice>
        <mc:Fallback>
          <p:sp>
            <p:nvSpPr>
              <p:cNvPr id="9" name="TextBox 8">
                <a:extLst>
                  <a:ext uri="{FF2B5EF4-FFF2-40B4-BE49-F238E27FC236}">
                    <a16:creationId xmlns:a16="http://schemas.microsoft.com/office/drawing/2014/main" id="{E23FC858-22F4-8B0A-C1FF-153FB9999DAA}"/>
                  </a:ext>
                </a:extLst>
              </p:cNvPr>
              <p:cNvSpPr txBox="1">
                <a:spLocks noRot="1" noChangeAspect="1" noMove="1" noResize="1" noEditPoints="1" noAdjustHandles="1" noChangeArrowheads="1" noChangeShapeType="1" noTextEdit="1"/>
              </p:cNvSpPr>
              <p:nvPr/>
            </p:nvSpPr>
            <p:spPr>
              <a:xfrm>
                <a:off x="3796488" y="4456285"/>
                <a:ext cx="4450385" cy="762966"/>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72815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8A0BE28D-F46F-ECC8-7DA4-214C31E2E7F2}"/>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7F475AB8-2E28-41A3-4116-666E0C3BDB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6989FEE-1D3E-18B0-F67E-EC26615464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53105C1D-B3B2-0D24-532F-7C2A798AF738}"/>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8</a:t>
            </a:fld>
            <a:endParaRPr lang="da-DK" noProof="0"/>
          </a:p>
        </p:txBody>
      </p:sp>
      <p:pic>
        <p:nvPicPr>
          <p:cNvPr id="13" name="Picture 12">
            <a:extLst>
              <a:ext uri="{FF2B5EF4-FFF2-40B4-BE49-F238E27FC236}">
                <a16:creationId xmlns:a16="http://schemas.microsoft.com/office/drawing/2014/main" id="{D566B083-3530-8D0B-9193-6468A4ECCBBF}"/>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2" name="Picture 1">
            <a:extLst>
              <a:ext uri="{FF2B5EF4-FFF2-40B4-BE49-F238E27FC236}">
                <a16:creationId xmlns:a16="http://schemas.microsoft.com/office/drawing/2014/main" id="{37CDA8BB-B709-1396-9EC1-9D0DB86ED877}"/>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pic>
        <p:nvPicPr>
          <p:cNvPr id="3" name="Picture 2">
            <a:extLst>
              <a:ext uri="{FF2B5EF4-FFF2-40B4-BE49-F238E27FC236}">
                <a16:creationId xmlns:a16="http://schemas.microsoft.com/office/drawing/2014/main" id="{F9C3BE0D-3B80-40C4-2D53-CC1CD09F4527}"/>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F364883F-5AE0-DB54-1D97-FED458B43EFE}"/>
                  </a:ext>
                </a:extLst>
              </p:cNvPr>
              <p:cNvSpPr txBox="1"/>
              <p:nvPr/>
            </p:nvSpPr>
            <p:spPr>
              <a:xfrm>
                <a:off x="1611835" y="4456285"/>
                <a:ext cx="7368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𝐻</m:t>
                                  </m:r>
                                </m:e>
                              </m:d>
                            </m:e>
                            <m:sub>
                              <m:r>
                                <a:rPr lang="da-DK" sz="2400" b="0" i="1" noProof="0" smtClean="0">
                                  <a:latin typeface="Cambria Math" panose="02040503050406030204" pitchFamily="18" charset="0"/>
                                </a:rPr>
                                <m:t>1</m:t>
                              </m:r>
                            </m:sub>
                          </m:sSub>
                        </m:e>
                      </m:d>
                    </m:oMath>
                  </m:oMathPara>
                </a14:m>
                <a:endParaRPr lang="da-DK" sz="2400" noProof="0"/>
              </a:p>
            </p:txBody>
          </p:sp>
        </mc:Choice>
        <mc:Fallback>
          <p:sp>
            <p:nvSpPr>
              <p:cNvPr id="9" name="TextBox 8">
                <a:extLst>
                  <a:ext uri="{FF2B5EF4-FFF2-40B4-BE49-F238E27FC236}">
                    <a16:creationId xmlns:a16="http://schemas.microsoft.com/office/drawing/2014/main" id="{F364883F-5AE0-DB54-1D97-FED458B43EFE}"/>
                  </a:ext>
                </a:extLst>
              </p:cNvPr>
              <p:cNvSpPr txBox="1">
                <a:spLocks noRot="1" noChangeAspect="1" noMove="1" noResize="1" noEditPoints="1" noAdjustHandles="1" noChangeArrowheads="1" noChangeShapeType="1" noTextEdit="1"/>
              </p:cNvSpPr>
              <p:nvPr/>
            </p:nvSpPr>
            <p:spPr>
              <a:xfrm>
                <a:off x="1611835" y="4456285"/>
                <a:ext cx="736868" cy="369332"/>
              </a:xfrm>
              <a:prstGeom prst="rect">
                <a:avLst/>
              </a:prstGeom>
              <a:blipFill>
                <a:blip r:embed="rId6"/>
                <a:stretch>
                  <a:fillRect l="-27273" t="-173770" r="-65289" b="-255738"/>
                </a:stretch>
              </a:blipFill>
            </p:spPr>
            <p:txBody>
              <a:bodyPr/>
              <a:lstStyle/>
              <a:p>
                <a:r>
                  <a:rPr lang="en-US">
                    <a:noFill/>
                  </a:rPr>
                  <a:t> </a:t>
                </a:r>
              </a:p>
            </p:txBody>
          </p:sp>
        </mc:Fallback>
      </mc:AlternateContent>
    </p:spTree>
    <p:extLst>
      <p:ext uri="{BB962C8B-B14F-4D97-AF65-F5344CB8AC3E}">
        <p14:creationId xmlns:p14="http://schemas.microsoft.com/office/powerpoint/2010/main" val="754497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4D648B06-F1CB-6416-92B7-4A52F4F09A4C}"/>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B6BCAE47-6FDC-CA17-E2B0-FFDF01FAE9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34E7C2F-2117-2A80-21A4-41E0C8AB73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0A7320E6-798C-7F7A-A707-A2E4E07764C9}"/>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9</a:t>
            </a:fld>
            <a:endParaRPr lang="da-DK" noProof="0"/>
          </a:p>
        </p:txBody>
      </p:sp>
      <p:pic>
        <p:nvPicPr>
          <p:cNvPr id="13" name="Picture 12">
            <a:extLst>
              <a:ext uri="{FF2B5EF4-FFF2-40B4-BE49-F238E27FC236}">
                <a16:creationId xmlns:a16="http://schemas.microsoft.com/office/drawing/2014/main" id="{DF73578A-7796-5B01-F98A-E03A154FF70C}"/>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2" name="Picture 1">
            <a:extLst>
              <a:ext uri="{FF2B5EF4-FFF2-40B4-BE49-F238E27FC236}">
                <a16:creationId xmlns:a16="http://schemas.microsoft.com/office/drawing/2014/main" id="{9C88BC7C-6157-545A-D91F-F878E0B47FC0}"/>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pic>
        <p:nvPicPr>
          <p:cNvPr id="3" name="Picture 2">
            <a:extLst>
              <a:ext uri="{FF2B5EF4-FFF2-40B4-BE49-F238E27FC236}">
                <a16:creationId xmlns:a16="http://schemas.microsoft.com/office/drawing/2014/main" id="{81D0F55E-7266-D3B2-0845-519B0E780510}"/>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338728A5-6666-CE5F-A73C-925BC9391DEF}"/>
                  </a:ext>
                </a:extLst>
              </p:cNvPr>
              <p:cNvSpPr txBox="1"/>
              <p:nvPr/>
            </p:nvSpPr>
            <p:spPr>
              <a:xfrm>
                <a:off x="1611835" y="4456285"/>
                <a:ext cx="7368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𝐻</m:t>
                                  </m:r>
                                </m:e>
                              </m:d>
                            </m:e>
                            <m:sub>
                              <m:r>
                                <a:rPr lang="da-DK" sz="2400" b="0" i="1" noProof="0" smtClean="0">
                                  <a:latin typeface="Cambria Math" panose="02040503050406030204" pitchFamily="18" charset="0"/>
                                </a:rPr>
                                <m:t>1</m:t>
                              </m:r>
                            </m:sub>
                          </m:sSub>
                        </m:e>
                      </m:d>
                    </m:oMath>
                  </m:oMathPara>
                </a14:m>
                <a:endParaRPr lang="da-DK" sz="2400" noProof="0"/>
              </a:p>
            </p:txBody>
          </p:sp>
        </mc:Choice>
        <mc:Fallback>
          <p:sp>
            <p:nvSpPr>
              <p:cNvPr id="9" name="TextBox 8">
                <a:extLst>
                  <a:ext uri="{FF2B5EF4-FFF2-40B4-BE49-F238E27FC236}">
                    <a16:creationId xmlns:a16="http://schemas.microsoft.com/office/drawing/2014/main" id="{338728A5-6666-CE5F-A73C-925BC9391DEF}"/>
                  </a:ext>
                </a:extLst>
              </p:cNvPr>
              <p:cNvSpPr txBox="1">
                <a:spLocks noRot="1" noChangeAspect="1" noMove="1" noResize="1" noEditPoints="1" noAdjustHandles="1" noChangeArrowheads="1" noChangeShapeType="1" noTextEdit="1"/>
              </p:cNvSpPr>
              <p:nvPr/>
            </p:nvSpPr>
            <p:spPr>
              <a:xfrm>
                <a:off x="1611835" y="4456285"/>
                <a:ext cx="736868" cy="369332"/>
              </a:xfrm>
              <a:prstGeom prst="rect">
                <a:avLst/>
              </a:prstGeom>
              <a:blipFill>
                <a:blip r:embed="rId6"/>
                <a:stretch>
                  <a:fillRect l="-27273" t="-173770" r="-65289" b="-255738"/>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4528EAB5-50FD-33E6-65ED-DF0ADCC2B07F}"/>
              </a:ext>
            </a:extLst>
          </p:cNvPr>
          <p:cNvCxnSpPr>
            <a:cxnSpLocks/>
            <a:stCxn id="2" idx="3"/>
            <a:endCxn id="13" idx="1"/>
          </p:cNvCxnSpPr>
          <p:nvPr/>
        </p:nvCxnSpPr>
        <p:spPr>
          <a:xfrm>
            <a:off x="2578976" y="3187151"/>
            <a:ext cx="6772457" cy="1"/>
          </a:xfrm>
          <a:prstGeom prst="straightConnector1">
            <a:avLst/>
          </a:prstGeom>
          <a:ln w="76200">
            <a:solidFill>
              <a:srgbClr val="C00000"/>
            </a:solidFill>
            <a:prstDash val="sysDot"/>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0C04DF4-A3DB-B1CF-B84F-A3E3B162811F}"/>
                  </a:ext>
                </a:extLst>
              </p:cNvPr>
              <p:cNvSpPr txBox="1"/>
              <p:nvPr/>
            </p:nvSpPr>
            <p:spPr>
              <a:xfrm>
                <a:off x="1760473" y="4361797"/>
                <a:ext cx="71263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𝑉</m:t>
                                  </m:r>
                                </m:e>
                              </m:d>
                            </m:e>
                            <m:sub>
                              <m:r>
                                <a:rPr lang="da-DK" sz="2400" b="0" i="1" noProof="0" smtClean="0">
                                  <a:latin typeface="Cambria Math" panose="02040503050406030204" pitchFamily="18" charset="0"/>
                                </a:rPr>
                                <m:t>2</m:t>
                              </m:r>
                            </m:sub>
                          </m:sSub>
                        </m:e>
                      </m:d>
                    </m:oMath>
                  </m:oMathPara>
                </a14:m>
                <a:endParaRPr lang="da-DK" sz="2400" noProof="0"/>
              </a:p>
            </p:txBody>
          </p:sp>
        </mc:Choice>
        <mc:Fallback>
          <p:sp>
            <p:nvSpPr>
              <p:cNvPr id="7" name="TextBox 6">
                <a:extLst>
                  <a:ext uri="{FF2B5EF4-FFF2-40B4-BE49-F238E27FC236}">
                    <a16:creationId xmlns:a16="http://schemas.microsoft.com/office/drawing/2014/main" id="{70C04DF4-A3DB-B1CF-B84F-A3E3B162811F}"/>
                  </a:ext>
                </a:extLst>
              </p:cNvPr>
              <p:cNvSpPr txBox="1">
                <a:spLocks noRot="1" noChangeAspect="1" noMove="1" noResize="1" noEditPoints="1" noAdjustHandles="1" noChangeArrowheads="1" noChangeShapeType="1" noTextEdit="1"/>
              </p:cNvSpPr>
              <p:nvPr/>
            </p:nvSpPr>
            <p:spPr>
              <a:xfrm>
                <a:off x="1760473" y="4361797"/>
                <a:ext cx="712631" cy="369332"/>
              </a:xfrm>
              <a:prstGeom prst="rect">
                <a:avLst/>
              </a:prstGeom>
              <a:blipFill>
                <a:blip r:embed="rId7"/>
                <a:stretch>
                  <a:fillRect l="-32479" t="-178333" r="-66667" b="-260000"/>
                </a:stretch>
              </a:blipFill>
            </p:spPr>
            <p:txBody>
              <a:bodyPr/>
              <a:lstStyle/>
              <a:p>
                <a:r>
                  <a:rPr lang="en-US">
                    <a:noFill/>
                  </a:rPr>
                  <a:t> </a:t>
                </a:r>
              </a:p>
            </p:txBody>
          </p:sp>
        </mc:Fallback>
      </mc:AlternateContent>
    </p:spTree>
    <p:extLst>
      <p:ext uri="{BB962C8B-B14F-4D97-AF65-F5344CB8AC3E}">
        <p14:creationId xmlns:p14="http://schemas.microsoft.com/office/powerpoint/2010/main" val="2823032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BCA48D99-0FAF-9D72-2122-D7A34BF3FE76}"/>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914BF078-773F-A37A-08EF-53A0044F83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DFD81C1-DE30-21F3-09A4-7561151DDB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FD41699C-6743-6E9A-7DFF-23CC8FA98E90}"/>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10</a:t>
            </a:fld>
            <a:endParaRPr lang="da-DK" noProof="0"/>
          </a:p>
        </p:txBody>
      </p:sp>
      <p:pic>
        <p:nvPicPr>
          <p:cNvPr id="2" name="Picture 1">
            <a:extLst>
              <a:ext uri="{FF2B5EF4-FFF2-40B4-BE49-F238E27FC236}">
                <a16:creationId xmlns:a16="http://schemas.microsoft.com/office/drawing/2014/main" id="{3BF06F5C-C945-30B4-0846-5081AE93AD5D}"/>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pic>
        <p:nvPicPr>
          <p:cNvPr id="3" name="Picture 2">
            <a:extLst>
              <a:ext uri="{FF2B5EF4-FFF2-40B4-BE49-F238E27FC236}">
                <a16:creationId xmlns:a16="http://schemas.microsoft.com/office/drawing/2014/main" id="{C6165E6B-400B-63F7-2B56-978094BA3D73}"/>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A9C2A25-4B1A-8CD2-190F-6E6475BBE237}"/>
                  </a:ext>
                </a:extLst>
              </p:cNvPr>
              <p:cNvSpPr txBox="1"/>
              <p:nvPr/>
            </p:nvSpPr>
            <p:spPr>
              <a:xfrm>
                <a:off x="1611835" y="4456285"/>
                <a:ext cx="73686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𝐻</m:t>
                                  </m:r>
                                </m:e>
                              </m:d>
                            </m:e>
                            <m:sub>
                              <m:r>
                                <a:rPr lang="da-DK" sz="2400" b="0" i="1" noProof="0" smtClean="0">
                                  <a:latin typeface="Cambria Math" panose="02040503050406030204" pitchFamily="18" charset="0"/>
                                </a:rPr>
                                <m:t>1</m:t>
                              </m:r>
                            </m:sub>
                          </m:sSub>
                        </m:e>
                      </m:d>
                    </m:oMath>
                  </m:oMathPara>
                </a14:m>
                <a:endParaRPr lang="da-DK" sz="2400" noProof="0"/>
              </a:p>
            </p:txBody>
          </p:sp>
        </mc:Choice>
        <mc:Fallback>
          <p:sp>
            <p:nvSpPr>
              <p:cNvPr id="9" name="TextBox 8">
                <a:extLst>
                  <a:ext uri="{FF2B5EF4-FFF2-40B4-BE49-F238E27FC236}">
                    <a16:creationId xmlns:a16="http://schemas.microsoft.com/office/drawing/2014/main" id="{EA9C2A25-4B1A-8CD2-190F-6E6475BBE237}"/>
                  </a:ext>
                </a:extLst>
              </p:cNvPr>
              <p:cNvSpPr txBox="1">
                <a:spLocks noRot="1" noChangeAspect="1" noMove="1" noResize="1" noEditPoints="1" noAdjustHandles="1" noChangeArrowheads="1" noChangeShapeType="1" noTextEdit="1"/>
              </p:cNvSpPr>
              <p:nvPr/>
            </p:nvSpPr>
            <p:spPr>
              <a:xfrm>
                <a:off x="1611835" y="4456285"/>
                <a:ext cx="736868" cy="369332"/>
              </a:xfrm>
              <a:prstGeom prst="rect">
                <a:avLst/>
              </a:prstGeom>
              <a:blipFill>
                <a:blip r:embed="rId6"/>
                <a:stretch>
                  <a:fillRect l="-27273" t="-173770" r="-65289" b="-25573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042EB671-2C77-0AAC-E36F-9874499A6B2C}"/>
                  </a:ext>
                </a:extLst>
              </p:cNvPr>
              <p:cNvSpPr txBox="1"/>
              <p:nvPr/>
            </p:nvSpPr>
            <p:spPr>
              <a:xfrm>
                <a:off x="9729600" y="4456285"/>
                <a:ext cx="712631"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400" b="0" i="1" noProof="0" smtClean="0">
                              <a:latin typeface="Cambria Math" panose="02040503050406030204" pitchFamily="18" charset="0"/>
                            </a:rPr>
                          </m:ctrlPr>
                        </m:dPr>
                        <m:e>
                          <m:sSub>
                            <m:sSubPr>
                              <m:ctrlPr>
                                <a:rPr lang="da-DK" sz="2400" b="0" i="1" noProof="0" smtClean="0">
                                  <a:latin typeface="Cambria Math" panose="02040503050406030204" pitchFamily="18" charset="0"/>
                                </a:rPr>
                              </m:ctrlPr>
                            </m:sSubPr>
                            <m:e>
                              <m:d>
                                <m:dPr>
                                  <m:begChr m:val=""/>
                                  <m:endChr m:val="⟩"/>
                                  <m:ctrlPr>
                                    <a:rPr lang="da-DK" sz="2400" b="0" i="1" noProof="0" smtClean="0">
                                      <a:latin typeface="Cambria Math" panose="02040503050406030204" pitchFamily="18" charset="0"/>
                                    </a:rPr>
                                  </m:ctrlPr>
                                </m:dPr>
                                <m:e>
                                  <m:r>
                                    <a:rPr lang="da-DK" sz="2400" b="0" i="1" noProof="0" smtClean="0">
                                      <a:latin typeface="Cambria Math" panose="02040503050406030204" pitchFamily="18" charset="0"/>
                                    </a:rPr>
                                    <m:t>𝑉</m:t>
                                  </m:r>
                                </m:e>
                              </m:d>
                            </m:e>
                            <m:sub>
                              <m:r>
                                <a:rPr lang="da-DK" sz="2400" b="0" i="1" noProof="0" smtClean="0">
                                  <a:latin typeface="Cambria Math" panose="02040503050406030204" pitchFamily="18" charset="0"/>
                                </a:rPr>
                                <m:t>2</m:t>
                              </m:r>
                            </m:sub>
                          </m:sSub>
                        </m:e>
                      </m:d>
                    </m:oMath>
                  </m:oMathPara>
                </a14:m>
                <a:endParaRPr lang="da-DK" sz="2400" noProof="0"/>
              </a:p>
            </p:txBody>
          </p:sp>
        </mc:Choice>
        <mc:Fallback>
          <p:sp>
            <p:nvSpPr>
              <p:cNvPr id="7" name="TextBox 6">
                <a:extLst>
                  <a:ext uri="{FF2B5EF4-FFF2-40B4-BE49-F238E27FC236}">
                    <a16:creationId xmlns:a16="http://schemas.microsoft.com/office/drawing/2014/main" id="{042EB671-2C77-0AAC-E36F-9874499A6B2C}"/>
                  </a:ext>
                </a:extLst>
              </p:cNvPr>
              <p:cNvSpPr txBox="1">
                <a:spLocks noRot="1" noChangeAspect="1" noMove="1" noResize="1" noEditPoints="1" noAdjustHandles="1" noChangeArrowheads="1" noChangeShapeType="1" noTextEdit="1"/>
              </p:cNvSpPr>
              <p:nvPr/>
            </p:nvSpPr>
            <p:spPr>
              <a:xfrm>
                <a:off x="9729600" y="4456285"/>
                <a:ext cx="712631" cy="369332"/>
              </a:xfrm>
              <a:prstGeom prst="rect">
                <a:avLst/>
              </a:prstGeom>
              <a:blipFill>
                <a:blip r:embed="rId7"/>
                <a:stretch>
                  <a:fillRect l="-31624" t="-173770" r="-67521" b="-255738"/>
                </a:stretch>
              </a:blipFill>
            </p:spPr>
            <p:txBody>
              <a:bodyPr/>
              <a:lstStyle/>
              <a:p>
                <a:r>
                  <a:rPr lang="en-US">
                    <a:noFill/>
                  </a:rPr>
                  <a:t> </a:t>
                </a:r>
              </a:p>
            </p:txBody>
          </p:sp>
        </mc:Fallback>
      </mc:AlternateContent>
      <p:cxnSp>
        <p:nvCxnSpPr>
          <p:cNvPr id="4" name="Straight Arrow Connector 3">
            <a:extLst>
              <a:ext uri="{FF2B5EF4-FFF2-40B4-BE49-F238E27FC236}">
                <a16:creationId xmlns:a16="http://schemas.microsoft.com/office/drawing/2014/main" id="{01C1CC28-EE79-FC6E-354F-9A13B4255D21}"/>
              </a:ext>
            </a:extLst>
          </p:cNvPr>
          <p:cNvCxnSpPr>
            <a:cxnSpLocks/>
          </p:cNvCxnSpPr>
          <p:nvPr/>
        </p:nvCxnSpPr>
        <p:spPr>
          <a:xfrm>
            <a:off x="2578976" y="3187151"/>
            <a:ext cx="6772457" cy="1"/>
          </a:xfrm>
          <a:prstGeom prst="straightConnector1">
            <a:avLst/>
          </a:prstGeom>
          <a:ln w="76200">
            <a:solidFill>
              <a:srgbClr val="C00000"/>
            </a:solidFill>
            <a:prstDash val="sysDot"/>
            <a:tailEnd type="triangle"/>
          </a:ln>
        </p:spPr>
        <p:style>
          <a:lnRef idx="3">
            <a:schemeClr val="accent1"/>
          </a:lnRef>
          <a:fillRef idx="0">
            <a:schemeClr val="accent1"/>
          </a:fillRef>
          <a:effectRef idx="2">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6C759DD9-E4FF-5726-8836-1500B8ED9985}"/>
                  </a:ext>
                </a:extLst>
              </p:cNvPr>
              <p:cNvSpPr txBox="1"/>
              <p:nvPr/>
            </p:nvSpPr>
            <p:spPr>
              <a:xfrm>
                <a:off x="4475300" y="4825617"/>
                <a:ext cx="3241400" cy="369332"/>
              </a:xfrm>
              <a:prstGeom prst="rect">
                <a:avLst/>
              </a:prstGeom>
              <a:noFill/>
            </p:spPr>
            <p:txBody>
              <a:bodyPr wrap="none" lIns="0" tIns="0" rIns="0" bIns="0" rtlCol="0">
                <a:spAutoFit/>
              </a:bodyPr>
              <a:lstStyle/>
              <a:p>
                <a:r>
                  <a:rPr lang="da-DK" sz="2400" noProof="0">
                    <a:solidFill>
                      <a:srgbClr val="C00000"/>
                    </a:solidFill>
                    <a:latin typeface="Latin Modern Math" panose="02000503000000000000" pitchFamily="50" charset="0"/>
                    <a:ea typeface="Latin Modern Math" panose="02000503000000000000" pitchFamily="50" charset="0"/>
                  </a:rPr>
                  <a:t>Teoretisk hastighed &gt; </a:t>
                </a:r>
                <a14:m>
                  <m:oMath xmlns:m="http://schemas.openxmlformats.org/officeDocument/2006/math">
                    <m:r>
                      <a:rPr lang="da-DK" sz="2400" b="0" i="1" noProof="0" smtClean="0">
                        <a:solidFill>
                          <a:srgbClr val="C00000"/>
                        </a:solidFill>
                        <a:latin typeface="Cambria Math" panose="02040503050406030204" pitchFamily="18" charset="0"/>
                      </a:rPr>
                      <m:t>𝑐</m:t>
                    </m:r>
                  </m:oMath>
                </a14:m>
                <a:endParaRPr lang="da-DK" sz="2400" noProof="0">
                  <a:solidFill>
                    <a:srgbClr val="C00000"/>
                  </a:solidFill>
                </a:endParaRPr>
              </a:p>
            </p:txBody>
          </p:sp>
        </mc:Choice>
        <mc:Fallback>
          <p:sp>
            <p:nvSpPr>
              <p:cNvPr id="8" name="TextBox 7">
                <a:extLst>
                  <a:ext uri="{FF2B5EF4-FFF2-40B4-BE49-F238E27FC236}">
                    <a16:creationId xmlns:a16="http://schemas.microsoft.com/office/drawing/2014/main" id="{6C759DD9-E4FF-5726-8836-1500B8ED9985}"/>
                  </a:ext>
                </a:extLst>
              </p:cNvPr>
              <p:cNvSpPr txBox="1">
                <a:spLocks noRot="1" noChangeAspect="1" noMove="1" noResize="1" noEditPoints="1" noAdjustHandles="1" noChangeArrowheads="1" noChangeShapeType="1" noTextEdit="1"/>
              </p:cNvSpPr>
              <p:nvPr/>
            </p:nvSpPr>
            <p:spPr>
              <a:xfrm>
                <a:off x="4475300" y="4825617"/>
                <a:ext cx="3241400" cy="369332"/>
              </a:xfrm>
              <a:prstGeom prst="rect">
                <a:avLst/>
              </a:prstGeom>
              <a:blipFill>
                <a:blip r:embed="rId8"/>
                <a:stretch>
                  <a:fillRect l="-5639" t="-26667" b="-50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7954C439-5446-C102-DD8C-05CA268FD7E3}"/>
              </a:ext>
            </a:extLst>
          </p:cNvPr>
          <p:cNvSpPr txBox="1"/>
          <p:nvPr/>
        </p:nvSpPr>
        <p:spPr>
          <a:xfrm>
            <a:off x="3972823" y="5268101"/>
            <a:ext cx="4246355" cy="738664"/>
          </a:xfrm>
          <a:prstGeom prst="rect">
            <a:avLst/>
          </a:prstGeom>
          <a:noFill/>
        </p:spPr>
        <p:txBody>
          <a:bodyPr wrap="none" lIns="0" tIns="0" rIns="0" bIns="0" rtlCol="0">
            <a:spAutoFit/>
          </a:bodyPr>
          <a:lstStyle/>
          <a:p>
            <a:r>
              <a:rPr lang="da-DK" sz="2400" i="1" noProof="0">
                <a:latin typeface="Latin Modern Math" panose="02000503000000000000" pitchFamily="50" charset="0"/>
                <a:ea typeface="Latin Modern Math" panose="02000503000000000000" pitchFamily="50" charset="0"/>
              </a:rPr>
              <a:t>“Spooky actions at a distance” </a:t>
            </a:r>
          </a:p>
          <a:p>
            <a:r>
              <a:rPr lang="da-DK" sz="2400" i="1" noProof="0">
                <a:latin typeface="Latin Modern Math" panose="02000503000000000000" pitchFamily="50" charset="0"/>
                <a:ea typeface="Latin Modern Math" panose="02000503000000000000" pitchFamily="50" charset="0"/>
              </a:rPr>
              <a:t>		– Albert Einstein</a:t>
            </a:r>
            <a:endParaRPr lang="da-DK" sz="2400" i="1" noProof="0"/>
          </a:p>
        </p:txBody>
      </p:sp>
    </p:spTree>
    <p:extLst>
      <p:ext uri="{BB962C8B-B14F-4D97-AF65-F5344CB8AC3E}">
        <p14:creationId xmlns:p14="http://schemas.microsoft.com/office/powerpoint/2010/main" val="24428703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2780BD53-F6C4-B813-1A4B-05747AA2EE82}"/>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AE49FA1E-32A0-5C46-2A54-9453ABF3E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2FC6756-50C6-AC3E-A5A3-0D0F8A34D0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9E19DCC4-E5D2-CEC8-4ED5-CC923C828DB4}"/>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11</a:t>
            </a:fld>
            <a:endParaRPr lang="da-DK" noProof="0"/>
          </a:p>
        </p:txBody>
      </p:sp>
      <p:grpSp>
        <p:nvGrpSpPr>
          <p:cNvPr id="5" name="Group 4">
            <a:extLst>
              <a:ext uri="{FF2B5EF4-FFF2-40B4-BE49-F238E27FC236}">
                <a16:creationId xmlns:a16="http://schemas.microsoft.com/office/drawing/2014/main" id="{506AB2A3-4CFB-BB57-6272-CF4820BC079F}"/>
              </a:ext>
            </a:extLst>
          </p:cNvPr>
          <p:cNvGrpSpPr/>
          <p:nvPr/>
        </p:nvGrpSpPr>
        <p:grpSpPr>
          <a:xfrm>
            <a:off x="5072041" y="1932577"/>
            <a:ext cx="1581920" cy="2538270"/>
            <a:chOff x="1110009" y="1918016"/>
            <a:chExt cx="1581920" cy="2538270"/>
          </a:xfrm>
        </p:grpSpPr>
        <p:pic>
          <p:nvPicPr>
            <p:cNvPr id="12" name="Picture 11">
              <a:extLst>
                <a:ext uri="{FF2B5EF4-FFF2-40B4-BE49-F238E27FC236}">
                  <a16:creationId xmlns:a16="http://schemas.microsoft.com/office/drawing/2014/main" id="{96DEF3AB-C1AF-1827-D725-E76B077A1EAE}"/>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1321185" y="1921263"/>
              <a:ext cx="1370744" cy="2535023"/>
            </a:xfrm>
            <a:prstGeom prst="rect">
              <a:avLst/>
            </a:prstGeom>
          </p:spPr>
        </p:pic>
        <p:pic>
          <p:nvPicPr>
            <p:cNvPr id="2" name="Picture 1">
              <a:extLst>
                <a:ext uri="{FF2B5EF4-FFF2-40B4-BE49-F238E27FC236}">
                  <a16:creationId xmlns:a16="http://schemas.microsoft.com/office/drawing/2014/main" id="{FA4EDFA7-F8F8-E54B-5F8B-3B4FC5E4A69E}"/>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grpSp>
      <p:grpSp>
        <p:nvGrpSpPr>
          <p:cNvPr id="4" name="Group 3">
            <a:extLst>
              <a:ext uri="{FF2B5EF4-FFF2-40B4-BE49-F238E27FC236}">
                <a16:creationId xmlns:a16="http://schemas.microsoft.com/office/drawing/2014/main" id="{2B7A7B63-659E-976A-BA27-BE962A87DFBF}"/>
              </a:ext>
            </a:extLst>
          </p:cNvPr>
          <p:cNvGrpSpPr/>
          <p:nvPr/>
        </p:nvGrpSpPr>
        <p:grpSpPr>
          <a:xfrm>
            <a:off x="5072041" y="1935154"/>
            <a:ext cx="1519382" cy="2538269"/>
            <a:chOff x="9351433" y="1918017"/>
            <a:chExt cx="1519382" cy="2538269"/>
          </a:xfrm>
        </p:grpSpPr>
        <p:pic>
          <p:nvPicPr>
            <p:cNvPr id="13" name="Picture 12">
              <a:extLst>
                <a:ext uri="{FF2B5EF4-FFF2-40B4-BE49-F238E27FC236}">
                  <a16:creationId xmlns:a16="http://schemas.microsoft.com/office/drawing/2014/main" id="{346F8A4B-3AB3-43E1-29CD-D0353422E0BD}"/>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3" name="Picture 2">
              <a:extLst>
                <a:ext uri="{FF2B5EF4-FFF2-40B4-BE49-F238E27FC236}">
                  <a16:creationId xmlns:a16="http://schemas.microsoft.com/office/drawing/2014/main" id="{481EC34D-18DC-9CD8-1C30-3DCE6B358E91}"/>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p:gr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A61563E3-67FA-0AF1-DDD4-1A98F18D5486}"/>
                  </a:ext>
                </a:extLst>
              </p:cNvPr>
              <p:cNvSpPr txBox="1"/>
              <p:nvPr/>
            </p:nvSpPr>
            <p:spPr>
              <a:xfrm>
                <a:off x="5637167" y="2927290"/>
                <a:ext cx="53776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600" b="0" i="1" noProof="0" smtClean="0">
                          <a:solidFill>
                            <a:srgbClr val="C00000"/>
                          </a:solidFill>
                          <a:latin typeface="Cambria Math" panose="02040503050406030204" pitchFamily="18" charset="0"/>
                        </a:rPr>
                        <m:t>𝜆</m:t>
                      </m:r>
                    </m:oMath>
                  </m:oMathPara>
                </a14:m>
                <a:endParaRPr lang="da-DK" sz="3600" noProof="0">
                  <a:solidFill>
                    <a:srgbClr val="C00000"/>
                  </a:solidFill>
                </a:endParaRPr>
              </a:p>
            </p:txBody>
          </p:sp>
        </mc:Choice>
        <mc:Fallback>
          <p:sp>
            <p:nvSpPr>
              <p:cNvPr id="9" name="TextBox 8">
                <a:extLst>
                  <a:ext uri="{FF2B5EF4-FFF2-40B4-BE49-F238E27FC236}">
                    <a16:creationId xmlns:a16="http://schemas.microsoft.com/office/drawing/2014/main" id="{A61563E3-67FA-0AF1-DDD4-1A98F18D5486}"/>
                  </a:ext>
                </a:extLst>
              </p:cNvPr>
              <p:cNvSpPr txBox="1">
                <a:spLocks noRot="1" noChangeAspect="1" noMove="1" noResize="1" noEditPoints="1" noAdjustHandles="1" noChangeArrowheads="1" noChangeShapeType="1" noTextEdit="1"/>
              </p:cNvSpPr>
              <p:nvPr/>
            </p:nvSpPr>
            <p:spPr>
              <a:xfrm>
                <a:off x="5637167" y="2927290"/>
                <a:ext cx="537768" cy="55399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86FCAB3-8442-C43D-7F29-58F479839823}"/>
                  </a:ext>
                </a:extLst>
              </p:cNvPr>
              <p:cNvSpPr txBox="1"/>
              <p:nvPr/>
            </p:nvSpPr>
            <p:spPr>
              <a:xfrm>
                <a:off x="5637167" y="2924712"/>
                <a:ext cx="53776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600" b="0" i="1" noProof="0" smtClean="0">
                          <a:solidFill>
                            <a:srgbClr val="C00000"/>
                          </a:solidFill>
                          <a:latin typeface="Cambria Math" panose="02040503050406030204" pitchFamily="18" charset="0"/>
                        </a:rPr>
                        <m:t>𝜆</m:t>
                      </m:r>
                    </m:oMath>
                  </m:oMathPara>
                </a14:m>
                <a:endParaRPr lang="da-DK" sz="3600" noProof="0">
                  <a:solidFill>
                    <a:srgbClr val="C00000"/>
                  </a:solidFill>
                </a:endParaRPr>
              </a:p>
            </p:txBody>
          </p:sp>
        </mc:Choice>
        <mc:Fallback>
          <p:sp>
            <p:nvSpPr>
              <p:cNvPr id="14" name="TextBox 13">
                <a:extLst>
                  <a:ext uri="{FF2B5EF4-FFF2-40B4-BE49-F238E27FC236}">
                    <a16:creationId xmlns:a16="http://schemas.microsoft.com/office/drawing/2014/main" id="{E86FCAB3-8442-C43D-7F29-58F479839823}"/>
                  </a:ext>
                </a:extLst>
              </p:cNvPr>
              <p:cNvSpPr txBox="1">
                <a:spLocks noRot="1" noChangeAspect="1" noMove="1" noResize="1" noEditPoints="1" noAdjustHandles="1" noChangeArrowheads="1" noChangeShapeType="1" noTextEdit="1"/>
              </p:cNvSpPr>
              <p:nvPr/>
            </p:nvSpPr>
            <p:spPr>
              <a:xfrm>
                <a:off x="5637167" y="2924712"/>
                <a:ext cx="537768" cy="553998"/>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1266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903C769A-86DF-FBFF-88D4-0172BD3BD0A9}"/>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7CF5BDEF-296F-669E-9CBA-FE7CCEFD8D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D906F72-B0BB-8771-B8E0-B97B9F0F7B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97913027-C9AA-5920-C277-64A6146BC964}"/>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12</a:t>
            </a:fld>
            <a:endParaRPr lang="da-DK" noProof="0"/>
          </a:p>
        </p:txBody>
      </p:sp>
      <p:grpSp>
        <p:nvGrpSpPr>
          <p:cNvPr id="5" name="Group 4">
            <a:extLst>
              <a:ext uri="{FF2B5EF4-FFF2-40B4-BE49-F238E27FC236}">
                <a16:creationId xmlns:a16="http://schemas.microsoft.com/office/drawing/2014/main" id="{F3D05378-559C-08A0-56E1-465ABD3CE360}"/>
              </a:ext>
            </a:extLst>
          </p:cNvPr>
          <p:cNvGrpSpPr/>
          <p:nvPr/>
        </p:nvGrpSpPr>
        <p:grpSpPr>
          <a:xfrm>
            <a:off x="9373636" y="1935154"/>
            <a:ext cx="1581920" cy="2538270"/>
            <a:chOff x="1110009" y="1918016"/>
            <a:chExt cx="1581920" cy="2538270"/>
          </a:xfrm>
        </p:grpSpPr>
        <p:pic>
          <p:nvPicPr>
            <p:cNvPr id="12" name="Picture 11">
              <a:extLst>
                <a:ext uri="{FF2B5EF4-FFF2-40B4-BE49-F238E27FC236}">
                  <a16:creationId xmlns:a16="http://schemas.microsoft.com/office/drawing/2014/main" id="{E91E9C66-86F8-D43B-7F8E-40F290C1D060}"/>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1321185" y="1921263"/>
              <a:ext cx="1370744" cy="2535023"/>
            </a:xfrm>
            <a:prstGeom prst="rect">
              <a:avLst/>
            </a:prstGeom>
          </p:spPr>
        </p:pic>
        <p:pic>
          <p:nvPicPr>
            <p:cNvPr id="2" name="Picture 1">
              <a:extLst>
                <a:ext uri="{FF2B5EF4-FFF2-40B4-BE49-F238E27FC236}">
                  <a16:creationId xmlns:a16="http://schemas.microsoft.com/office/drawing/2014/main" id="{AEB8D6F0-B405-B7FA-4F22-AB03F93A97CA}"/>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1110009" y="1918016"/>
              <a:ext cx="1468967" cy="2538269"/>
            </a:xfrm>
            <a:prstGeom prst="rect">
              <a:avLst/>
            </a:prstGeom>
          </p:spPr>
        </p:pic>
      </p:grpSp>
      <p:grpSp>
        <p:nvGrpSpPr>
          <p:cNvPr id="4" name="Group 3">
            <a:extLst>
              <a:ext uri="{FF2B5EF4-FFF2-40B4-BE49-F238E27FC236}">
                <a16:creationId xmlns:a16="http://schemas.microsoft.com/office/drawing/2014/main" id="{A31199DF-E08D-9F93-1530-D16B753211BF}"/>
              </a:ext>
            </a:extLst>
          </p:cNvPr>
          <p:cNvGrpSpPr/>
          <p:nvPr/>
        </p:nvGrpSpPr>
        <p:grpSpPr>
          <a:xfrm>
            <a:off x="1236444" y="1935154"/>
            <a:ext cx="1519382" cy="2538269"/>
            <a:chOff x="9351433" y="1918017"/>
            <a:chExt cx="1519382" cy="2538269"/>
          </a:xfrm>
        </p:grpSpPr>
        <p:pic>
          <p:nvPicPr>
            <p:cNvPr id="13" name="Picture 12">
              <a:extLst>
                <a:ext uri="{FF2B5EF4-FFF2-40B4-BE49-F238E27FC236}">
                  <a16:creationId xmlns:a16="http://schemas.microsoft.com/office/drawing/2014/main" id="{99EB39E4-7FD1-762E-38A2-8B60DDF09CBA}"/>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t="6769" r="49592" b="6129"/>
            <a:stretch>
              <a:fillRect/>
            </a:stretch>
          </p:blipFill>
          <p:spPr>
            <a:xfrm>
              <a:off x="9351433" y="1918017"/>
              <a:ext cx="1468967" cy="2538269"/>
            </a:xfrm>
            <a:prstGeom prst="rect">
              <a:avLst/>
            </a:prstGeom>
          </p:spPr>
        </p:pic>
        <p:pic>
          <p:nvPicPr>
            <p:cNvPr id="3" name="Picture 2">
              <a:extLst>
                <a:ext uri="{FF2B5EF4-FFF2-40B4-BE49-F238E27FC236}">
                  <a16:creationId xmlns:a16="http://schemas.microsoft.com/office/drawing/2014/main" id="{D619FE06-D020-4D3B-B8E2-723DE7ABD33F}"/>
                </a:ext>
              </a:extLst>
            </p:cNvPr>
            <p:cNvPicPr>
              <a:picLocks noChangeAspect="1"/>
            </p:cNvPicPr>
            <p:nvPr/>
          </p:nvPicPr>
          <p:blipFill>
            <a:blip r:embed="rId5">
              <a:alphaModFix amt="50000"/>
              <a:extLst>
                <a:ext uri="{28A0092B-C50C-407E-A947-70E740481C1C}">
                  <a14:useLocalDpi xmlns:a14="http://schemas.microsoft.com/office/drawing/2010/main" val="0"/>
                </a:ext>
              </a:extLst>
            </a:blip>
            <a:srcRect l="51918" t="5754" b="5324"/>
            <a:stretch>
              <a:fillRect/>
            </a:stretch>
          </p:blipFill>
          <p:spPr>
            <a:xfrm>
              <a:off x="9500071" y="1921263"/>
              <a:ext cx="1370744" cy="2535023"/>
            </a:xfrm>
            <a:prstGeom prst="rect">
              <a:avLst/>
            </a:prstGeom>
          </p:spPr>
        </p:pic>
      </p:gr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8B82742D-0134-0BF2-3F85-81BB10914E9E}"/>
                  </a:ext>
                </a:extLst>
              </p:cNvPr>
              <p:cNvSpPr txBox="1"/>
              <p:nvPr/>
            </p:nvSpPr>
            <p:spPr>
              <a:xfrm>
                <a:off x="1801570" y="2927290"/>
                <a:ext cx="53776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600" b="0" i="1" noProof="0" smtClean="0">
                          <a:solidFill>
                            <a:srgbClr val="C00000"/>
                          </a:solidFill>
                          <a:latin typeface="Cambria Math" panose="02040503050406030204" pitchFamily="18" charset="0"/>
                        </a:rPr>
                        <m:t>𝜆</m:t>
                      </m:r>
                    </m:oMath>
                  </m:oMathPara>
                </a14:m>
                <a:endParaRPr lang="da-DK" sz="3600" noProof="0">
                  <a:solidFill>
                    <a:srgbClr val="C00000"/>
                  </a:solidFill>
                </a:endParaRPr>
              </a:p>
            </p:txBody>
          </p:sp>
        </mc:Choice>
        <mc:Fallback>
          <p:sp>
            <p:nvSpPr>
              <p:cNvPr id="9" name="TextBox 8">
                <a:extLst>
                  <a:ext uri="{FF2B5EF4-FFF2-40B4-BE49-F238E27FC236}">
                    <a16:creationId xmlns:a16="http://schemas.microsoft.com/office/drawing/2014/main" id="{8B82742D-0134-0BF2-3F85-81BB10914E9E}"/>
                  </a:ext>
                </a:extLst>
              </p:cNvPr>
              <p:cNvSpPr txBox="1">
                <a:spLocks noRot="1" noChangeAspect="1" noMove="1" noResize="1" noEditPoints="1" noAdjustHandles="1" noChangeArrowheads="1" noChangeShapeType="1" noTextEdit="1"/>
              </p:cNvSpPr>
              <p:nvPr/>
            </p:nvSpPr>
            <p:spPr>
              <a:xfrm>
                <a:off x="1801570" y="2927290"/>
                <a:ext cx="537768" cy="55399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981A542D-C875-A5AB-37FB-B231510968AB}"/>
                  </a:ext>
                </a:extLst>
              </p:cNvPr>
              <p:cNvSpPr txBox="1"/>
              <p:nvPr/>
            </p:nvSpPr>
            <p:spPr>
              <a:xfrm>
                <a:off x="9953455" y="2945579"/>
                <a:ext cx="537768"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600" b="0" i="1" noProof="0" smtClean="0">
                          <a:solidFill>
                            <a:srgbClr val="C00000"/>
                          </a:solidFill>
                          <a:latin typeface="Cambria Math" panose="02040503050406030204" pitchFamily="18" charset="0"/>
                        </a:rPr>
                        <m:t>𝜆</m:t>
                      </m:r>
                    </m:oMath>
                  </m:oMathPara>
                </a14:m>
                <a:endParaRPr lang="da-DK" sz="3600" noProof="0">
                  <a:solidFill>
                    <a:srgbClr val="C00000"/>
                  </a:solidFill>
                </a:endParaRPr>
              </a:p>
            </p:txBody>
          </p:sp>
        </mc:Choice>
        <mc:Fallback>
          <p:sp>
            <p:nvSpPr>
              <p:cNvPr id="14" name="TextBox 13">
                <a:extLst>
                  <a:ext uri="{FF2B5EF4-FFF2-40B4-BE49-F238E27FC236}">
                    <a16:creationId xmlns:a16="http://schemas.microsoft.com/office/drawing/2014/main" id="{981A542D-C875-A5AB-37FB-B231510968AB}"/>
                  </a:ext>
                </a:extLst>
              </p:cNvPr>
              <p:cNvSpPr txBox="1">
                <a:spLocks noRot="1" noChangeAspect="1" noMove="1" noResize="1" noEditPoints="1" noAdjustHandles="1" noChangeArrowheads="1" noChangeShapeType="1" noTextEdit="1"/>
              </p:cNvSpPr>
              <p:nvPr/>
            </p:nvSpPr>
            <p:spPr>
              <a:xfrm>
                <a:off x="9953455" y="2945579"/>
                <a:ext cx="537768" cy="553998"/>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0A1B11A4-69DD-22EC-56C2-2C2588A7D27F}"/>
                  </a:ext>
                </a:extLst>
              </p:cNvPr>
              <p:cNvSpPr txBox="1"/>
              <p:nvPr/>
            </p:nvSpPr>
            <p:spPr>
              <a:xfrm>
                <a:off x="376732" y="4476669"/>
                <a:ext cx="34454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2400" b="0" i="1" noProof="0" smtClean="0">
                          <a:solidFill>
                            <a:schemeClr val="tx1"/>
                          </a:solidFill>
                          <a:latin typeface="Cambria Math" panose="02040503050406030204" pitchFamily="18" charset="0"/>
                        </a:rPr>
                        <m:t>𝐻𝑎𝑛𝑑𝑠𝑘</m:t>
                      </m:r>
                      <m:sSub>
                        <m:sSubPr>
                          <m:ctrlPr>
                            <a:rPr lang="da-DK" sz="2400" b="0" i="1" noProof="0" smtClean="0">
                              <a:solidFill>
                                <a:schemeClr val="tx1"/>
                              </a:solidFill>
                              <a:latin typeface="Cambria Math" panose="02040503050406030204" pitchFamily="18" charset="0"/>
                            </a:rPr>
                          </m:ctrlPr>
                        </m:sSubPr>
                        <m:e>
                          <m:r>
                            <a:rPr lang="da-DK" sz="2400" b="0" i="1" noProof="0" smtClean="0">
                              <a:solidFill>
                                <a:schemeClr val="tx1"/>
                              </a:solidFill>
                              <a:latin typeface="Cambria Math" panose="02040503050406030204" pitchFamily="18" charset="0"/>
                            </a:rPr>
                            <m:t>𝑒</m:t>
                          </m:r>
                        </m:e>
                        <m:sub>
                          <m:r>
                            <a:rPr lang="da-DK" sz="2400" b="0" i="1" noProof="0" smtClean="0">
                              <a:solidFill>
                                <a:schemeClr val="tx1"/>
                              </a:solidFill>
                              <a:latin typeface="Cambria Math" panose="02040503050406030204" pitchFamily="18" charset="0"/>
                            </a:rPr>
                            <m:t>1</m:t>
                          </m:r>
                        </m:sub>
                      </m:sSub>
                      <m:d>
                        <m:dPr>
                          <m:ctrlPr>
                            <a:rPr lang="da-DK" sz="2400" b="0" i="1" noProof="0" smtClean="0">
                              <a:solidFill>
                                <a:schemeClr val="tx1"/>
                              </a:solidFill>
                              <a:latin typeface="Cambria Math" panose="02040503050406030204" pitchFamily="18" charset="0"/>
                            </a:rPr>
                          </m:ctrlPr>
                        </m:dPr>
                        <m:e>
                          <m:sSub>
                            <m:sSubPr>
                              <m:ctrlPr>
                                <a:rPr lang="da-DK" sz="2400" b="0" i="1" noProof="0" smtClean="0">
                                  <a:solidFill>
                                    <a:schemeClr val="tx1"/>
                                  </a:solidFill>
                                  <a:latin typeface="Cambria Math" panose="02040503050406030204" pitchFamily="18" charset="0"/>
                                </a:rPr>
                              </m:ctrlPr>
                            </m:sSubPr>
                            <m:e>
                              <m:r>
                                <a:rPr lang="da-DK" sz="2400" b="0" i="1" noProof="0" smtClean="0">
                                  <a:solidFill>
                                    <a:schemeClr val="tx1"/>
                                  </a:solidFill>
                                  <a:latin typeface="Cambria Math" panose="02040503050406030204" pitchFamily="18" charset="0"/>
                                </a:rPr>
                                <m:t>𝑣</m:t>
                              </m:r>
                            </m:e>
                            <m:sub>
                              <m:r>
                                <a:rPr lang="da-DK" sz="2400" b="0" i="1" noProof="0" smtClean="0">
                                  <a:solidFill>
                                    <a:schemeClr val="tx1"/>
                                  </a:solidFill>
                                  <a:latin typeface="Cambria Math" panose="02040503050406030204" pitchFamily="18" charset="0"/>
                                </a:rPr>
                                <m:t>1</m:t>
                              </m:r>
                            </m:sub>
                          </m:sSub>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𝜆</m:t>
                          </m:r>
                        </m:e>
                      </m:d>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𝐻</m:t>
                      </m:r>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𝑉</m:t>
                      </m:r>
                      <m:r>
                        <a:rPr lang="da-DK" sz="2400" b="0" i="1" noProof="0" smtClean="0">
                          <a:solidFill>
                            <a:schemeClr val="tx1"/>
                          </a:solidFill>
                          <a:latin typeface="Cambria Math" panose="02040503050406030204" pitchFamily="18" charset="0"/>
                        </a:rPr>
                        <m:t>}</m:t>
                      </m:r>
                    </m:oMath>
                  </m:oMathPara>
                </a14:m>
                <a:endParaRPr lang="da-DK" sz="2400" noProof="0">
                  <a:solidFill>
                    <a:schemeClr val="tx1"/>
                  </a:solidFill>
                </a:endParaRPr>
              </a:p>
            </p:txBody>
          </p:sp>
        </mc:Choice>
        <mc:Fallback>
          <p:sp>
            <p:nvSpPr>
              <p:cNvPr id="15" name="TextBox 14">
                <a:extLst>
                  <a:ext uri="{FF2B5EF4-FFF2-40B4-BE49-F238E27FC236}">
                    <a16:creationId xmlns:a16="http://schemas.microsoft.com/office/drawing/2014/main" id="{0A1B11A4-69DD-22EC-56C2-2C2588A7D27F}"/>
                  </a:ext>
                </a:extLst>
              </p:cNvPr>
              <p:cNvSpPr txBox="1">
                <a:spLocks noRot="1" noChangeAspect="1" noMove="1" noResize="1" noEditPoints="1" noAdjustHandles="1" noChangeArrowheads="1" noChangeShapeType="1" noTextEdit="1"/>
              </p:cNvSpPr>
              <p:nvPr/>
            </p:nvSpPr>
            <p:spPr>
              <a:xfrm>
                <a:off x="376732" y="4476669"/>
                <a:ext cx="3445460" cy="369332"/>
              </a:xfrm>
              <a:prstGeom prst="rect">
                <a:avLst/>
              </a:prstGeom>
              <a:blipFill>
                <a:blip r:embed="rId8"/>
                <a:stretch>
                  <a:fillRect l="-1062" r="-1947" b="-344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3A1CEC6-820C-0DA4-3450-20BB638055D3}"/>
                  </a:ext>
                </a:extLst>
              </p:cNvPr>
              <p:cNvSpPr txBox="1"/>
              <p:nvPr/>
            </p:nvSpPr>
            <p:spPr>
              <a:xfrm>
                <a:off x="8229247" y="4476669"/>
                <a:ext cx="344546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2400" b="0" i="1" noProof="0" smtClean="0">
                          <a:solidFill>
                            <a:schemeClr val="tx1"/>
                          </a:solidFill>
                          <a:latin typeface="Cambria Math" panose="02040503050406030204" pitchFamily="18" charset="0"/>
                        </a:rPr>
                        <m:t>𝐻𝑎𝑛𝑑𝑠𝑘</m:t>
                      </m:r>
                      <m:sSub>
                        <m:sSubPr>
                          <m:ctrlPr>
                            <a:rPr lang="da-DK" sz="2400" b="0" i="1" noProof="0" smtClean="0">
                              <a:solidFill>
                                <a:schemeClr val="tx1"/>
                              </a:solidFill>
                              <a:latin typeface="Cambria Math" panose="02040503050406030204" pitchFamily="18" charset="0"/>
                            </a:rPr>
                          </m:ctrlPr>
                        </m:sSubPr>
                        <m:e>
                          <m:r>
                            <a:rPr lang="da-DK" sz="2400" b="0" i="1" noProof="0" smtClean="0">
                              <a:solidFill>
                                <a:schemeClr val="tx1"/>
                              </a:solidFill>
                              <a:latin typeface="Cambria Math" panose="02040503050406030204" pitchFamily="18" charset="0"/>
                            </a:rPr>
                            <m:t>𝑒</m:t>
                          </m:r>
                        </m:e>
                        <m:sub>
                          <m:r>
                            <a:rPr lang="da-DK" sz="2400" b="0" i="1" noProof="0" smtClean="0">
                              <a:solidFill>
                                <a:schemeClr val="tx1"/>
                              </a:solidFill>
                              <a:latin typeface="Cambria Math" panose="02040503050406030204" pitchFamily="18" charset="0"/>
                            </a:rPr>
                            <m:t>2</m:t>
                          </m:r>
                        </m:sub>
                      </m:sSub>
                      <m:r>
                        <a:rPr lang="da-DK" sz="2400" b="0" i="1" noProof="0" smtClean="0">
                          <a:solidFill>
                            <a:schemeClr val="tx1"/>
                          </a:solidFill>
                          <a:latin typeface="Cambria Math" panose="02040503050406030204" pitchFamily="18" charset="0"/>
                        </a:rPr>
                        <m:t>(</m:t>
                      </m:r>
                      <m:sSub>
                        <m:sSubPr>
                          <m:ctrlPr>
                            <a:rPr lang="da-DK" sz="2400" b="0" i="1" noProof="0" smtClean="0">
                              <a:solidFill>
                                <a:schemeClr val="tx1"/>
                              </a:solidFill>
                              <a:latin typeface="Cambria Math" panose="02040503050406030204" pitchFamily="18" charset="0"/>
                            </a:rPr>
                          </m:ctrlPr>
                        </m:sSubPr>
                        <m:e>
                          <m:r>
                            <a:rPr lang="da-DK" sz="2400" b="0" i="1" noProof="0" smtClean="0">
                              <a:solidFill>
                                <a:schemeClr val="tx1"/>
                              </a:solidFill>
                              <a:latin typeface="Cambria Math" panose="02040503050406030204" pitchFamily="18" charset="0"/>
                            </a:rPr>
                            <m:t>𝑣</m:t>
                          </m:r>
                        </m:e>
                        <m:sub>
                          <m:r>
                            <a:rPr lang="da-DK" sz="2400" b="0" i="1" noProof="0" smtClean="0">
                              <a:solidFill>
                                <a:schemeClr val="tx1"/>
                              </a:solidFill>
                              <a:latin typeface="Cambria Math" panose="02040503050406030204" pitchFamily="18" charset="0"/>
                            </a:rPr>
                            <m:t>2</m:t>
                          </m:r>
                        </m:sub>
                      </m:sSub>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𝜆</m:t>
                      </m:r>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𝐻</m:t>
                      </m:r>
                      <m:r>
                        <a:rPr lang="da-DK" sz="2400" b="0" i="1" noProof="0" smtClean="0">
                          <a:solidFill>
                            <a:schemeClr val="tx1"/>
                          </a:solidFill>
                          <a:latin typeface="Cambria Math" panose="02040503050406030204" pitchFamily="18" charset="0"/>
                        </a:rPr>
                        <m:t>,</m:t>
                      </m:r>
                      <m:r>
                        <a:rPr lang="da-DK" sz="2400" b="0" i="1" noProof="0" smtClean="0">
                          <a:solidFill>
                            <a:schemeClr val="tx1"/>
                          </a:solidFill>
                          <a:latin typeface="Cambria Math" panose="02040503050406030204" pitchFamily="18" charset="0"/>
                        </a:rPr>
                        <m:t>𝑉</m:t>
                      </m:r>
                      <m:r>
                        <a:rPr lang="da-DK" sz="2400" b="0" i="1" noProof="0" smtClean="0">
                          <a:solidFill>
                            <a:schemeClr val="tx1"/>
                          </a:solidFill>
                          <a:latin typeface="Cambria Math" panose="02040503050406030204" pitchFamily="18" charset="0"/>
                        </a:rPr>
                        <m:t>}</m:t>
                      </m:r>
                    </m:oMath>
                  </m:oMathPara>
                </a14:m>
                <a:endParaRPr lang="da-DK" sz="2400" noProof="0">
                  <a:solidFill>
                    <a:schemeClr val="tx1"/>
                  </a:solidFill>
                </a:endParaRPr>
              </a:p>
            </p:txBody>
          </p:sp>
        </mc:Choice>
        <mc:Fallback>
          <p:sp>
            <p:nvSpPr>
              <p:cNvPr id="16" name="TextBox 15">
                <a:extLst>
                  <a:ext uri="{FF2B5EF4-FFF2-40B4-BE49-F238E27FC236}">
                    <a16:creationId xmlns:a16="http://schemas.microsoft.com/office/drawing/2014/main" id="{13A1CEC6-820C-0DA4-3450-20BB638055D3}"/>
                  </a:ext>
                </a:extLst>
              </p:cNvPr>
              <p:cNvSpPr txBox="1">
                <a:spLocks noRot="1" noChangeAspect="1" noMove="1" noResize="1" noEditPoints="1" noAdjustHandles="1" noChangeArrowheads="1" noChangeShapeType="1" noTextEdit="1"/>
              </p:cNvSpPr>
              <p:nvPr/>
            </p:nvSpPr>
            <p:spPr>
              <a:xfrm>
                <a:off x="8229247" y="4476669"/>
                <a:ext cx="3445460" cy="369332"/>
              </a:xfrm>
              <a:prstGeom prst="rect">
                <a:avLst/>
              </a:prstGeom>
              <a:blipFill>
                <a:blip r:embed="rId9"/>
                <a:stretch>
                  <a:fillRect l="-1239" r="-2124" b="-3442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B8187B88-ECA3-8938-7C85-77E9516C2458}"/>
                  </a:ext>
                </a:extLst>
              </p:cNvPr>
              <p:cNvSpPr txBox="1"/>
              <p:nvPr/>
            </p:nvSpPr>
            <p:spPr>
              <a:xfrm>
                <a:off x="4447589" y="2530850"/>
                <a:ext cx="3445460" cy="9687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2400" b="0" i="1" noProof="0" smtClean="0">
                          <a:solidFill>
                            <a:schemeClr val="tx1"/>
                          </a:solidFill>
                          <a:latin typeface="Cambria Math" panose="02040503050406030204" pitchFamily="18" charset="0"/>
                        </a:rPr>
                        <m:t>𝑝</m:t>
                      </m:r>
                      <m:d>
                        <m:dPr>
                          <m:ctrlPr>
                            <a:rPr lang="da-DK" sz="2400" b="0" i="1" noProof="0" smtClean="0">
                              <a:solidFill>
                                <a:schemeClr val="tx1"/>
                              </a:solidFill>
                              <a:latin typeface="Cambria Math" panose="02040503050406030204" pitchFamily="18" charset="0"/>
                            </a:rPr>
                          </m:ctrlPr>
                        </m:dPr>
                        <m:e>
                          <m:r>
                            <a:rPr lang="da-DK" sz="2400" b="0" i="1" noProof="0" smtClean="0">
                              <a:solidFill>
                                <a:schemeClr val="tx1"/>
                              </a:solidFill>
                              <a:latin typeface="Cambria Math" panose="02040503050406030204" pitchFamily="18" charset="0"/>
                            </a:rPr>
                            <m:t>𝜆</m:t>
                          </m:r>
                        </m:e>
                      </m:d>
                      <m:r>
                        <a:rPr lang="da-DK" sz="2400" b="0" i="1" noProof="0" smtClean="0">
                          <a:solidFill>
                            <a:schemeClr val="tx1"/>
                          </a:solidFill>
                          <a:latin typeface="Cambria Math" panose="02040503050406030204" pitchFamily="18" charset="0"/>
                        </a:rPr>
                        <m:t>≥0, </m:t>
                      </m:r>
                      <m:nary>
                        <m:naryPr>
                          <m:limLoc m:val="undOvr"/>
                          <m:subHide m:val="on"/>
                          <m:supHide m:val="on"/>
                          <m:ctrlPr>
                            <a:rPr lang="da-DK" sz="2400" b="0" i="1" noProof="0" smtClean="0">
                              <a:solidFill>
                                <a:schemeClr val="tx1"/>
                              </a:solidFill>
                              <a:latin typeface="Cambria Math" panose="02040503050406030204" pitchFamily="18" charset="0"/>
                            </a:rPr>
                          </m:ctrlPr>
                        </m:naryPr>
                        <m:sub/>
                        <m:sup/>
                        <m:e>
                          <m:r>
                            <a:rPr lang="da-DK" sz="2400" b="0" i="1" noProof="0" smtClean="0">
                              <a:solidFill>
                                <a:schemeClr val="tx1"/>
                              </a:solidFill>
                              <a:latin typeface="Cambria Math" panose="02040503050406030204" pitchFamily="18" charset="0"/>
                            </a:rPr>
                            <m:t>𝑝</m:t>
                          </m:r>
                          <m:d>
                            <m:dPr>
                              <m:ctrlPr>
                                <a:rPr lang="da-DK" sz="2400" b="0" i="1" noProof="0" smtClean="0">
                                  <a:solidFill>
                                    <a:schemeClr val="tx1"/>
                                  </a:solidFill>
                                  <a:latin typeface="Cambria Math" panose="02040503050406030204" pitchFamily="18" charset="0"/>
                                </a:rPr>
                              </m:ctrlPr>
                            </m:dPr>
                            <m:e>
                              <m:r>
                                <a:rPr lang="da-DK" sz="2400" b="0" i="1" noProof="0" smtClean="0">
                                  <a:solidFill>
                                    <a:schemeClr val="tx1"/>
                                  </a:solidFill>
                                  <a:latin typeface="Cambria Math" panose="02040503050406030204" pitchFamily="18" charset="0"/>
                                </a:rPr>
                                <m:t>𝜆</m:t>
                              </m:r>
                            </m:e>
                          </m:d>
                          <m:r>
                            <a:rPr lang="da-DK" sz="2400" b="0" i="1" noProof="0" smtClean="0">
                              <a:solidFill>
                                <a:schemeClr val="tx1"/>
                              </a:solidFill>
                              <a:latin typeface="Cambria Math" panose="02040503050406030204" pitchFamily="18" charset="0"/>
                            </a:rPr>
                            <m:t>𝑑</m:t>
                          </m:r>
                          <m:r>
                            <a:rPr lang="da-DK" sz="2400" b="0" i="1" noProof="0" smtClean="0">
                              <a:solidFill>
                                <a:schemeClr val="tx1"/>
                              </a:solidFill>
                              <a:latin typeface="Cambria Math" panose="02040503050406030204" pitchFamily="18" charset="0"/>
                            </a:rPr>
                            <m:t>𝜆</m:t>
                          </m:r>
                          <m:r>
                            <a:rPr lang="da-DK" sz="2400" b="0" i="1" noProof="0" smtClean="0">
                              <a:solidFill>
                                <a:schemeClr val="tx1"/>
                              </a:solidFill>
                              <a:latin typeface="Cambria Math" panose="02040503050406030204" pitchFamily="18" charset="0"/>
                            </a:rPr>
                            <m:t>=1</m:t>
                          </m:r>
                        </m:e>
                      </m:nary>
                    </m:oMath>
                  </m:oMathPara>
                </a14:m>
                <a:endParaRPr lang="da-DK" sz="2400" noProof="0">
                  <a:solidFill>
                    <a:schemeClr val="tx1"/>
                  </a:solidFill>
                </a:endParaRPr>
              </a:p>
            </p:txBody>
          </p:sp>
        </mc:Choice>
        <mc:Fallback>
          <p:sp>
            <p:nvSpPr>
              <p:cNvPr id="17" name="TextBox 16">
                <a:extLst>
                  <a:ext uri="{FF2B5EF4-FFF2-40B4-BE49-F238E27FC236}">
                    <a16:creationId xmlns:a16="http://schemas.microsoft.com/office/drawing/2014/main" id="{B8187B88-ECA3-8938-7C85-77E9516C2458}"/>
                  </a:ext>
                </a:extLst>
              </p:cNvPr>
              <p:cNvSpPr txBox="1">
                <a:spLocks noRot="1" noChangeAspect="1" noMove="1" noResize="1" noEditPoints="1" noAdjustHandles="1" noChangeArrowheads="1" noChangeShapeType="1" noTextEdit="1"/>
              </p:cNvSpPr>
              <p:nvPr/>
            </p:nvSpPr>
            <p:spPr>
              <a:xfrm>
                <a:off x="4447589" y="2530850"/>
                <a:ext cx="3445460" cy="968727"/>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4B54C386-C3C7-8DFA-BE22-96EB69308828}"/>
                  </a:ext>
                </a:extLst>
              </p:cNvPr>
              <p:cNvSpPr txBox="1"/>
              <p:nvPr/>
            </p:nvSpPr>
            <p:spPr>
              <a:xfrm>
                <a:off x="4593893" y="4076655"/>
                <a:ext cx="3445460" cy="1632948"/>
              </a:xfrm>
              <a:prstGeom prst="rect">
                <a:avLst/>
              </a:prstGeom>
              <a:noFill/>
            </p:spPr>
            <p:txBody>
              <a:bodyPr wrap="square" lIns="0" tIns="0" rIns="0" bIns="0" rtlCol="0">
                <a:spAutoFit/>
              </a:bodyPr>
              <a:lstStyle/>
              <a:p>
                <a:r>
                  <a:rPr lang="en-US" sz="2400" err="1">
                    <a:latin typeface="Cambria Math" panose="02040503050406030204" pitchFamily="18" charset="0"/>
                    <a:ea typeface="Latin Modern Math" panose="02000503000000000000" pitchFamily="50" charset="0"/>
                  </a:rPr>
                  <a:t>Klassisk</a:t>
                </a:r>
                <a:r>
                  <a:rPr lang="en-US" sz="2400">
                    <a:latin typeface="Cambria Math" panose="02040503050406030204" pitchFamily="18" charset="0"/>
                    <a:ea typeface="Latin Modern Math" panose="02000503000000000000" pitchFamily="50" charset="0"/>
                  </a:rPr>
                  <a:t> </a:t>
                </a:r>
                <a:r>
                  <a:rPr lang="en-US" sz="2400" err="1">
                    <a:latin typeface="Cambria Math" panose="02040503050406030204" pitchFamily="18" charset="0"/>
                    <a:ea typeface="Latin Modern Math" panose="02000503000000000000" pitchFamily="50" charset="0"/>
                  </a:rPr>
                  <a:t>videnskabsteori</a:t>
                </a:r>
                <a:endParaRPr lang="en-US" sz="2400">
                  <a:latin typeface="Cambria Math" panose="02040503050406030204" pitchFamily="18" charset="0"/>
                  <a:ea typeface="Latin Modern Math" panose="02000503000000000000" pitchFamily="50" charset="0"/>
                </a:endParaRPr>
              </a:p>
              <a:p>
                <a14:m>
                  <m:oMath xmlns:m="http://schemas.openxmlformats.org/officeDocument/2006/math">
                    <m:r>
                      <a:rPr lang="en-US" sz="2400" i="1" smtClean="0">
                        <a:latin typeface="Cambria Math" panose="02040503050406030204" pitchFamily="18" charset="0"/>
                        <a:ea typeface="Latin Modern Math" panose="02000503000000000000" pitchFamily="50" charset="0"/>
                      </a:rPr>
                      <m:t>✅</m:t>
                    </m:r>
                  </m:oMath>
                </a14:m>
                <a:r>
                  <a:rPr lang="da-DK" sz="2400">
                    <a:solidFill>
                      <a:schemeClr val="tx1"/>
                    </a:solidFill>
                    <a:latin typeface="Latin Modern Math" panose="02000503000000000000" pitchFamily="50" charset="0"/>
                    <a:ea typeface="Latin Modern Math" panose="02000503000000000000" pitchFamily="50" charset="0"/>
                  </a:rPr>
                  <a:t>Lokalitet</a:t>
                </a:r>
              </a:p>
              <a:p>
                <a14:m>
                  <m:oMath xmlns:m="http://schemas.openxmlformats.org/officeDocument/2006/math">
                    <m:r>
                      <a:rPr lang="en-US" sz="2400" i="1" smtClean="0">
                        <a:latin typeface="Cambria Math" panose="02040503050406030204" pitchFamily="18" charset="0"/>
                        <a:ea typeface="Latin Modern Math" panose="02000503000000000000" pitchFamily="50" charset="0"/>
                      </a:rPr>
                      <m:t>✅</m:t>
                    </m:r>
                  </m:oMath>
                </a14:m>
                <a:r>
                  <a:rPr lang="da-DK" sz="2400">
                    <a:solidFill>
                      <a:schemeClr val="tx1"/>
                    </a:solidFill>
                    <a:latin typeface="Latin Modern Math" panose="02000503000000000000" pitchFamily="50" charset="0"/>
                    <a:ea typeface="Latin Modern Math" panose="02000503000000000000" pitchFamily="50" charset="0"/>
                  </a:rPr>
                  <a:t>Realisme</a:t>
                </a:r>
              </a:p>
              <a:p>
                <a14:m>
                  <m:oMath xmlns:m="http://schemas.openxmlformats.org/officeDocument/2006/math">
                    <m:r>
                      <a:rPr lang="en-US" sz="2400" i="1" smtClean="0">
                        <a:latin typeface="Cambria Math" panose="02040503050406030204" pitchFamily="18" charset="0"/>
                        <a:ea typeface="Latin Modern Math" panose="02000503000000000000" pitchFamily="50" charset="0"/>
                      </a:rPr>
                      <m:t>✅</m:t>
                    </m:r>
                  </m:oMath>
                </a14:m>
                <a:r>
                  <a:rPr lang="da-DK" sz="2400">
                    <a:solidFill>
                      <a:schemeClr val="tx1"/>
                    </a:solidFill>
                    <a:latin typeface="Latin Modern Math" panose="02000503000000000000" pitchFamily="50" charset="0"/>
                    <a:ea typeface="Latin Modern Math" panose="02000503000000000000" pitchFamily="50" charset="0"/>
                  </a:rPr>
                  <a:t>Determinisme</a:t>
                </a:r>
              </a:p>
            </p:txBody>
          </p:sp>
        </mc:Choice>
        <mc:Fallback>
          <p:sp>
            <p:nvSpPr>
              <p:cNvPr id="18" name="TextBox 17">
                <a:extLst>
                  <a:ext uri="{FF2B5EF4-FFF2-40B4-BE49-F238E27FC236}">
                    <a16:creationId xmlns:a16="http://schemas.microsoft.com/office/drawing/2014/main" id="{4B54C386-C3C7-8DFA-BE22-96EB69308828}"/>
                  </a:ext>
                </a:extLst>
              </p:cNvPr>
              <p:cNvSpPr txBox="1">
                <a:spLocks noRot="1" noChangeAspect="1" noMove="1" noResize="1" noEditPoints="1" noAdjustHandles="1" noChangeArrowheads="1" noChangeShapeType="1" noTextEdit="1"/>
              </p:cNvSpPr>
              <p:nvPr/>
            </p:nvSpPr>
            <p:spPr>
              <a:xfrm>
                <a:off x="4593893" y="4076655"/>
                <a:ext cx="3445460" cy="1632948"/>
              </a:xfrm>
              <a:prstGeom prst="rect">
                <a:avLst/>
              </a:prstGeom>
              <a:blipFill>
                <a:blip r:embed="rId11"/>
                <a:stretch>
                  <a:fillRect l="-5487" t="-5970" b="-4478"/>
                </a:stretch>
              </a:blipFill>
            </p:spPr>
            <p:txBody>
              <a:bodyPr/>
              <a:lstStyle/>
              <a:p>
                <a:r>
                  <a:rPr lang="en-US">
                    <a:noFill/>
                  </a:rPr>
                  <a:t> </a:t>
                </a:r>
              </a:p>
            </p:txBody>
          </p:sp>
        </mc:Fallback>
      </mc:AlternateContent>
    </p:spTree>
    <p:extLst>
      <p:ext uri="{BB962C8B-B14F-4D97-AF65-F5344CB8AC3E}">
        <p14:creationId xmlns:p14="http://schemas.microsoft.com/office/powerpoint/2010/main" val="33391637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B0551B97-6E89-3882-8B54-B43D983BA2BB}"/>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ECC50FBE-1100-F2C0-E970-4E9921D1A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2B869ED-B6FB-9BCD-2677-147A1B1ED5D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DED21F72-315B-463C-3E3A-C443A79A8B59}"/>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13</a:t>
            </a:fld>
            <a:endParaRPr lang="da-DK" noProof="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AE3342E-5383-1E74-CBD6-A73987A253F8}"/>
                  </a:ext>
                </a:extLst>
              </p:cNvPr>
              <p:cNvSpPr txBox="1"/>
              <p:nvPr/>
            </p:nvSpPr>
            <p:spPr>
              <a:xfrm>
                <a:off x="2862850" y="1701480"/>
                <a:ext cx="1010790"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noProof="0" smtClean="0">
                          <a:latin typeface="Cambria Math" panose="02040503050406030204" pitchFamily="18" charset="0"/>
                        </a:rPr>
                        <m:t>𝑠</m:t>
                      </m:r>
                      <m:r>
                        <a:rPr lang="en-US" sz="2400" b="0" i="1" noProof="0" smtClean="0">
                          <a:latin typeface="Cambria Math" panose="02040503050406030204" pitchFamily="18" charset="0"/>
                        </a:rPr>
                        <m:t>=±2</m:t>
                      </m:r>
                    </m:oMath>
                  </m:oMathPara>
                </a14:m>
                <a:endParaRPr lang="da-DK" sz="2400" noProof="0"/>
              </a:p>
            </p:txBody>
          </p:sp>
        </mc:Choice>
        <mc:Fallback>
          <p:sp>
            <p:nvSpPr>
              <p:cNvPr id="8" name="TextBox 7">
                <a:extLst>
                  <a:ext uri="{FF2B5EF4-FFF2-40B4-BE49-F238E27FC236}">
                    <a16:creationId xmlns:a16="http://schemas.microsoft.com/office/drawing/2014/main" id="{CAE3342E-5383-1E74-CBD6-A73987A253F8}"/>
                  </a:ext>
                </a:extLst>
              </p:cNvPr>
              <p:cNvSpPr txBox="1">
                <a:spLocks noRot="1" noChangeAspect="1" noMove="1" noResize="1" noEditPoints="1" noAdjustHandles="1" noChangeArrowheads="1" noChangeShapeType="1" noTextEdit="1"/>
              </p:cNvSpPr>
              <p:nvPr/>
            </p:nvSpPr>
            <p:spPr>
              <a:xfrm>
                <a:off x="2862850" y="1701480"/>
                <a:ext cx="1010790" cy="369332"/>
              </a:xfrm>
              <a:prstGeom prst="rect">
                <a:avLst/>
              </a:prstGeom>
              <a:blipFill>
                <a:blip r:embed="rId5"/>
                <a:stretch>
                  <a:fillRect l="-4242" r="-7273" b="-14754"/>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CDFBCB4-3C2D-561B-AA22-F93272D8D2C3}"/>
              </a:ext>
            </a:extLst>
          </p:cNvPr>
          <p:cNvSpPr txBox="1"/>
          <p:nvPr/>
        </p:nvSpPr>
        <p:spPr>
          <a:xfrm>
            <a:off x="4210067" y="263999"/>
            <a:ext cx="3771866" cy="369332"/>
          </a:xfrm>
          <a:prstGeom prst="rect">
            <a:avLst/>
          </a:prstGeom>
          <a:noFill/>
        </p:spPr>
        <p:txBody>
          <a:bodyPr wrap="none" lIns="0" tIns="0" rIns="0" bIns="0" rtlCol="0">
            <a:spAutoFit/>
          </a:bodyPr>
          <a:lstStyle/>
          <a:p>
            <a:r>
              <a:rPr lang="da-DK" sz="2400" b="1" noProof="0">
                <a:latin typeface="Latin Modern Math" panose="02000503000000000000" pitchFamily="50" charset="0"/>
                <a:ea typeface="Latin Modern Math" panose="02000503000000000000" pitchFamily="50" charset="0"/>
              </a:rPr>
              <a:t>Udledning af Bells ulighed</a:t>
            </a:r>
          </a:p>
        </p:txBody>
      </p:sp>
      <p:sp>
        <p:nvSpPr>
          <p:cNvPr id="2" name="TextBox 1">
            <a:extLst>
              <a:ext uri="{FF2B5EF4-FFF2-40B4-BE49-F238E27FC236}">
                <a16:creationId xmlns:a16="http://schemas.microsoft.com/office/drawing/2014/main" id="{9787C639-2D85-5235-0C54-1FE207134FE8}"/>
              </a:ext>
            </a:extLst>
          </p:cNvPr>
          <p:cNvSpPr txBox="1"/>
          <p:nvPr/>
        </p:nvSpPr>
        <p:spPr>
          <a:xfrm>
            <a:off x="2862850" y="1516814"/>
            <a:ext cx="1090042" cy="369332"/>
          </a:xfrm>
          <a:prstGeom prst="rect">
            <a:avLst/>
          </a:prstGeom>
          <a:noFill/>
        </p:spPr>
        <p:txBody>
          <a:bodyPr wrap="none" lIns="0" tIns="0" rIns="0" bIns="0" rtlCol="0">
            <a:spAutoFit/>
          </a:bodyPr>
          <a:lstStyle/>
          <a:p>
            <a:r>
              <a:rPr lang="da-DK" sz="2400" noProof="0">
                <a:solidFill>
                  <a:srgbClr val="C00000"/>
                </a:solidFill>
                <a:latin typeface="Latin Modern Math" panose="02000503000000000000" pitchFamily="50" charset="0"/>
                <a:ea typeface="Latin Modern Math" panose="02000503000000000000" pitchFamily="50" charset="0"/>
              </a:rPr>
              <a:t>Klassisk</a:t>
            </a:r>
          </a:p>
        </p:txBody>
      </p:sp>
      <p:sp>
        <p:nvSpPr>
          <p:cNvPr id="4" name="TextBox 3">
            <a:extLst>
              <a:ext uri="{FF2B5EF4-FFF2-40B4-BE49-F238E27FC236}">
                <a16:creationId xmlns:a16="http://schemas.microsoft.com/office/drawing/2014/main" id="{28D1EA70-8EE2-8277-9F20-8F79D431E283}"/>
              </a:ext>
            </a:extLst>
          </p:cNvPr>
          <p:cNvSpPr txBox="1"/>
          <p:nvPr/>
        </p:nvSpPr>
        <p:spPr>
          <a:xfrm>
            <a:off x="6814016" y="1516814"/>
            <a:ext cx="2231380" cy="369332"/>
          </a:xfrm>
          <a:prstGeom prst="rect">
            <a:avLst/>
          </a:prstGeom>
          <a:noFill/>
        </p:spPr>
        <p:txBody>
          <a:bodyPr wrap="none" lIns="0" tIns="0" rIns="0" bIns="0" rtlCol="0">
            <a:spAutoFit/>
          </a:bodyPr>
          <a:lstStyle/>
          <a:p>
            <a:r>
              <a:rPr lang="da-DK" sz="2400" noProof="0">
                <a:solidFill>
                  <a:srgbClr val="C00000"/>
                </a:solidFill>
                <a:latin typeface="Latin Modern Math" panose="02000503000000000000" pitchFamily="50" charset="0"/>
                <a:ea typeface="Latin Modern Math" panose="02000503000000000000" pitchFamily="50" charset="0"/>
              </a:rPr>
              <a:t>Kvantemekanisk</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E8262F3-680B-A2F5-EA4E-43E2653209A9}"/>
                  </a:ext>
                </a:extLst>
              </p:cNvPr>
              <p:cNvSpPr txBox="1"/>
              <p:nvPr/>
            </p:nvSpPr>
            <p:spPr>
              <a:xfrm>
                <a:off x="7238299" y="1771454"/>
                <a:ext cx="1382814" cy="4128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noProof="0" smtClean="0">
                          <a:latin typeface="Cambria Math" panose="02040503050406030204" pitchFamily="18" charset="0"/>
                        </a:rPr>
                        <m:t>𝑠</m:t>
                      </m:r>
                      <m:r>
                        <a:rPr lang="en-US" sz="2400" b="0" i="1" noProof="0" smtClean="0">
                          <a:latin typeface="Cambria Math" panose="02040503050406030204" pitchFamily="18" charset="0"/>
                        </a:rPr>
                        <m:t>=±2</m:t>
                      </m:r>
                      <m:rad>
                        <m:radPr>
                          <m:degHide m:val="on"/>
                          <m:ctrlPr>
                            <a:rPr lang="en-US" sz="2400" b="0" i="1" noProof="0" smtClean="0">
                              <a:latin typeface="Cambria Math" panose="02040503050406030204" pitchFamily="18" charset="0"/>
                            </a:rPr>
                          </m:ctrlPr>
                        </m:radPr>
                        <m:deg/>
                        <m:e>
                          <m:r>
                            <a:rPr lang="en-US" sz="2400" b="0" i="1" noProof="0" smtClean="0">
                              <a:latin typeface="Cambria Math" panose="02040503050406030204" pitchFamily="18" charset="0"/>
                            </a:rPr>
                            <m:t>2</m:t>
                          </m:r>
                        </m:e>
                      </m:rad>
                    </m:oMath>
                  </m:oMathPara>
                </a14:m>
                <a:endParaRPr lang="da-DK" sz="2400" noProof="0"/>
              </a:p>
            </p:txBody>
          </p:sp>
        </mc:Choice>
        <mc:Fallback>
          <p:sp>
            <p:nvSpPr>
              <p:cNvPr id="5" name="TextBox 4">
                <a:extLst>
                  <a:ext uri="{FF2B5EF4-FFF2-40B4-BE49-F238E27FC236}">
                    <a16:creationId xmlns:a16="http://schemas.microsoft.com/office/drawing/2014/main" id="{8E8262F3-680B-A2F5-EA4E-43E2653209A9}"/>
                  </a:ext>
                </a:extLst>
              </p:cNvPr>
              <p:cNvSpPr txBox="1">
                <a:spLocks noRot="1" noChangeAspect="1" noMove="1" noResize="1" noEditPoints="1" noAdjustHandles="1" noChangeArrowheads="1" noChangeShapeType="1" noTextEdit="1"/>
              </p:cNvSpPr>
              <p:nvPr/>
            </p:nvSpPr>
            <p:spPr>
              <a:xfrm>
                <a:off x="7238299" y="1771454"/>
                <a:ext cx="1382814" cy="412870"/>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3698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3CFB244E-2240-0D43-AE2E-0EC59805E788}"/>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04E5120C-CD4A-885F-0BDF-475B600801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3F69308-626D-ADDC-BDCE-696D516CA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452E201A-2539-7254-F758-72A1EF84057A}"/>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14</a:t>
            </a:fld>
            <a:endParaRPr lang="da-DK" noProof="0"/>
          </a:p>
        </p:txBody>
      </p:sp>
      <p:sp>
        <p:nvSpPr>
          <p:cNvPr id="9" name="TextBox 8">
            <a:extLst>
              <a:ext uri="{FF2B5EF4-FFF2-40B4-BE49-F238E27FC236}">
                <a16:creationId xmlns:a16="http://schemas.microsoft.com/office/drawing/2014/main" id="{5C6D4B56-BEC5-8800-2E98-F8BDFB41BE9F}"/>
              </a:ext>
            </a:extLst>
          </p:cNvPr>
          <p:cNvSpPr txBox="1"/>
          <p:nvPr/>
        </p:nvSpPr>
        <p:spPr>
          <a:xfrm>
            <a:off x="5299307" y="339603"/>
            <a:ext cx="159338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Forsøg</a:t>
            </a:r>
          </a:p>
        </p:txBody>
      </p:sp>
      <p:pic>
        <p:nvPicPr>
          <p:cNvPr id="7" name="Picture 6">
            <a:extLst>
              <a:ext uri="{FF2B5EF4-FFF2-40B4-BE49-F238E27FC236}">
                <a16:creationId xmlns:a16="http://schemas.microsoft.com/office/drawing/2014/main" id="{269212A5-D9C0-5052-1EBA-A61803801F21}"/>
              </a:ext>
            </a:extLst>
          </p:cNvPr>
          <p:cNvPicPr>
            <a:picLocks noChangeAspect="1"/>
          </p:cNvPicPr>
          <p:nvPr/>
        </p:nvPicPr>
        <p:blipFill>
          <a:blip r:embed="rId5"/>
          <a:stretch>
            <a:fillRect/>
          </a:stretch>
        </p:blipFill>
        <p:spPr>
          <a:xfrm>
            <a:off x="2263031" y="1309401"/>
            <a:ext cx="7665936" cy="4920972"/>
          </a:xfrm>
          <a:prstGeom prst="rect">
            <a:avLst/>
          </a:prstGeom>
        </p:spPr>
      </p:pic>
    </p:spTree>
    <p:extLst>
      <p:ext uri="{BB962C8B-B14F-4D97-AF65-F5344CB8AC3E}">
        <p14:creationId xmlns:p14="http://schemas.microsoft.com/office/powerpoint/2010/main" val="2480308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C187CC39-D323-4DC0-A8C6-FCB333E6CCBA}"/>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4F0E834E-853D-F4A0-8A99-2CABF23246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4DA8932-EA06-4A08-3FB6-3257607780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69099CE2-8014-8E5B-32CB-12F4733F4467}"/>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15</a:t>
            </a:fld>
            <a:endParaRPr lang="da-DK" noProof="0"/>
          </a:p>
        </p:txBody>
      </p:sp>
      <p:sp>
        <p:nvSpPr>
          <p:cNvPr id="9" name="TextBox 8">
            <a:extLst>
              <a:ext uri="{FF2B5EF4-FFF2-40B4-BE49-F238E27FC236}">
                <a16:creationId xmlns:a16="http://schemas.microsoft.com/office/drawing/2014/main" id="{D133BE16-D8A8-6620-CF95-AA8EF99FEE83}"/>
              </a:ext>
            </a:extLst>
          </p:cNvPr>
          <p:cNvSpPr txBox="1"/>
          <p:nvPr/>
        </p:nvSpPr>
        <p:spPr>
          <a:xfrm>
            <a:off x="5299307" y="339603"/>
            <a:ext cx="159338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Forsøg</a:t>
            </a:r>
          </a:p>
        </p:txBody>
      </p:sp>
      <p:pic>
        <p:nvPicPr>
          <p:cNvPr id="7" name="Picture 6">
            <a:extLst>
              <a:ext uri="{FF2B5EF4-FFF2-40B4-BE49-F238E27FC236}">
                <a16:creationId xmlns:a16="http://schemas.microsoft.com/office/drawing/2014/main" id="{69381B2D-AD65-37D9-5B8B-8956D5857B28}"/>
              </a:ext>
            </a:extLst>
          </p:cNvPr>
          <p:cNvPicPr>
            <a:picLocks noChangeAspect="1"/>
          </p:cNvPicPr>
          <p:nvPr/>
        </p:nvPicPr>
        <p:blipFill>
          <a:blip r:embed="rId5"/>
          <a:stretch>
            <a:fillRect/>
          </a:stretch>
        </p:blipFill>
        <p:spPr>
          <a:xfrm>
            <a:off x="2263031" y="1309401"/>
            <a:ext cx="7665936" cy="4920972"/>
          </a:xfrm>
          <a:prstGeom prst="rect">
            <a:avLst/>
          </a:prstGeom>
        </p:spPr>
      </p:pic>
      <p:pic>
        <p:nvPicPr>
          <p:cNvPr id="12" name="Picture 11">
            <a:extLst>
              <a:ext uri="{FF2B5EF4-FFF2-40B4-BE49-F238E27FC236}">
                <a16:creationId xmlns:a16="http://schemas.microsoft.com/office/drawing/2014/main" id="{5EB2F2CB-1F8D-CFD9-CB47-71EB05B1494D}"/>
              </a:ext>
            </a:extLst>
          </p:cNvPr>
          <p:cNvPicPr>
            <a:picLocks noChangeAspect="1"/>
          </p:cNvPicPr>
          <p:nvPr/>
        </p:nvPicPr>
        <p:blipFill>
          <a:blip r:embed="rId6"/>
          <a:stretch>
            <a:fillRect/>
          </a:stretch>
        </p:blipFill>
        <p:spPr>
          <a:xfrm>
            <a:off x="2418922" y="2050181"/>
            <a:ext cx="2492864" cy="1378819"/>
          </a:xfrm>
          <a:prstGeom prst="rect">
            <a:avLst/>
          </a:prstGeom>
        </p:spPr>
      </p:pic>
    </p:spTree>
    <p:extLst>
      <p:ext uri="{BB962C8B-B14F-4D97-AF65-F5344CB8AC3E}">
        <p14:creationId xmlns:p14="http://schemas.microsoft.com/office/powerpoint/2010/main" val="3489955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7AE80C9F-7A13-E2F4-72C6-52F3387612B6}"/>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964346D6-9A42-3960-6EF0-6A64A46DD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C8367F0-D1C1-9236-2322-CE006A99D2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E15B3C34-BE1F-4A5C-EB0C-2192EB9A909D}"/>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16</a:t>
            </a:fld>
            <a:endParaRPr lang="da-DK" noProof="0"/>
          </a:p>
        </p:txBody>
      </p:sp>
      <p:sp>
        <p:nvSpPr>
          <p:cNvPr id="9" name="TextBox 8">
            <a:extLst>
              <a:ext uri="{FF2B5EF4-FFF2-40B4-BE49-F238E27FC236}">
                <a16:creationId xmlns:a16="http://schemas.microsoft.com/office/drawing/2014/main" id="{49298DEB-6A41-6250-059B-BADA6079282A}"/>
              </a:ext>
            </a:extLst>
          </p:cNvPr>
          <p:cNvSpPr txBox="1"/>
          <p:nvPr/>
        </p:nvSpPr>
        <p:spPr>
          <a:xfrm>
            <a:off x="5299307" y="339603"/>
            <a:ext cx="159338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Forsøg</a:t>
            </a:r>
          </a:p>
        </p:txBody>
      </p:sp>
      <p:pic>
        <p:nvPicPr>
          <p:cNvPr id="7" name="Picture 6">
            <a:extLst>
              <a:ext uri="{FF2B5EF4-FFF2-40B4-BE49-F238E27FC236}">
                <a16:creationId xmlns:a16="http://schemas.microsoft.com/office/drawing/2014/main" id="{92D9D01D-DAC2-0CE1-FAE5-F2EDADB96FFF}"/>
              </a:ext>
            </a:extLst>
          </p:cNvPr>
          <p:cNvPicPr>
            <a:picLocks noChangeAspect="1"/>
          </p:cNvPicPr>
          <p:nvPr/>
        </p:nvPicPr>
        <p:blipFill>
          <a:blip r:embed="rId5"/>
          <a:stretch>
            <a:fillRect/>
          </a:stretch>
        </p:blipFill>
        <p:spPr>
          <a:xfrm>
            <a:off x="2263031" y="1309401"/>
            <a:ext cx="7665936" cy="4920972"/>
          </a:xfrm>
          <a:prstGeom prst="rect">
            <a:avLst/>
          </a:prstGeom>
        </p:spPr>
      </p:pic>
      <p:pic>
        <p:nvPicPr>
          <p:cNvPr id="12" name="Picture 11">
            <a:extLst>
              <a:ext uri="{FF2B5EF4-FFF2-40B4-BE49-F238E27FC236}">
                <a16:creationId xmlns:a16="http://schemas.microsoft.com/office/drawing/2014/main" id="{173EC34D-7F9E-3A75-C977-99F274E97DA0}"/>
              </a:ext>
            </a:extLst>
          </p:cNvPr>
          <p:cNvPicPr>
            <a:picLocks noChangeAspect="1"/>
          </p:cNvPicPr>
          <p:nvPr/>
        </p:nvPicPr>
        <p:blipFill>
          <a:blip r:embed="rId6"/>
          <a:stretch>
            <a:fillRect/>
          </a:stretch>
        </p:blipFill>
        <p:spPr>
          <a:xfrm>
            <a:off x="2263031" y="1561694"/>
            <a:ext cx="7557664" cy="4180192"/>
          </a:xfrm>
          <a:prstGeom prst="rect">
            <a:avLst/>
          </a:prstGeom>
        </p:spPr>
      </p:pic>
    </p:spTree>
    <p:extLst>
      <p:ext uri="{BB962C8B-B14F-4D97-AF65-F5344CB8AC3E}">
        <p14:creationId xmlns:p14="http://schemas.microsoft.com/office/powerpoint/2010/main" val="28451638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A7D0622A-F393-42C1-6138-1A1E30D4DA6B}"/>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884DCF7D-CD8F-E78F-9CCE-60491667D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4892285-86BA-5838-EC07-634E97F008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6176DF7B-7DEE-0ED8-137C-1D77D091A0DA}"/>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17</a:t>
            </a:fld>
            <a:endParaRPr lang="da-DK" noProof="0"/>
          </a:p>
        </p:txBody>
      </p:sp>
      <p:sp>
        <p:nvSpPr>
          <p:cNvPr id="9" name="TextBox 8">
            <a:extLst>
              <a:ext uri="{FF2B5EF4-FFF2-40B4-BE49-F238E27FC236}">
                <a16:creationId xmlns:a16="http://schemas.microsoft.com/office/drawing/2014/main" id="{8789ED3C-5893-F3DA-9285-0CFC97E5C1A5}"/>
              </a:ext>
            </a:extLst>
          </p:cNvPr>
          <p:cNvSpPr txBox="1"/>
          <p:nvPr/>
        </p:nvSpPr>
        <p:spPr>
          <a:xfrm>
            <a:off x="5094123" y="339603"/>
            <a:ext cx="200375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Resultat</a:t>
            </a:r>
          </a:p>
        </p:txBody>
      </p:sp>
      <p:pic>
        <p:nvPicPr>
          <p:cNvPr id="14" name="Picture 13">
            <a:extLst>
              <a:ext uri="{FF2B5EF4-FFF2-40B4-BE49-F238E27FC236}">
                <a16:creationId xmlns:a16="http://schemas.microsoft.com/office/drawing/2014/main" id="{94CBA949-AC0E-3456-8144-F18376DE3814}"/>
              </a:ext>
            </a:extLst>
          </p:cNvPr>
          <p:cNvPicPr>
            <a:picLocks noChangeAspect="1"/>
          </p:cNvPicPr>
          <p:nvPr/>
        </p:nvPicPr>
        <p:blipFill>
          <a:blip r:embed="rId5"/>
          <a:stretch>
            <a:fillRect/>
          </a:stretch>
        </p:blipFill>
        <p:spPr>
          <a:xfrm>
            <a:off x="0" y="1410780"/>
            <a:ext cx="12192000" cy="4036439"/>
          </a:xfrm>
          <a:prstGeom prst="rect">
            <a:avLst/>
          </a:prstGeom>
        </p:spPr>
      </p:pic>
    </p:spTree>
    <p:extLst>
      <p:ext uri="{BB962C8B-B14F-4D97-AF65-F5344CB8AC3E}">
        <p14:creationId xmlns:p14="http://schemas.microsoft.com/office/powerpoint/2010/main" val="12627926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AF72AB4F-7D53-86E9-66C9-6F4E4DB33B32}"/>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ABC423A4-919C-DAD3-4D87-D17217C90A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C47A090-EB14-9485-ED84-A37ABAB11C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83148A05-2177-14F6-D8D2-FDC838690131}"/>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18</a:t>
            </a:fld>
            <a:endParaRPr lang="da-DK" noProof="0"/>
          </a:p>
        </p:txBody>
      </p:sp>
      <p:sp>
        <p:nvSpPr>
          <p:cNvPr id="9" name="TextBox 8">
            <a:extLst>
              <a:ext uri="{FF2B5EF4-FFF2-40B4-BE49-F238E27FC236}">
                <a16:creationId xmlns:a16="http://schemas.microsoft.com/office/drawing/2014/main" id="{4E34F7BB-F40B-E1C7-A1EC-F27192FD7C39}"/>
              </a:ext>
            </a:extLst>
          </p:cNvPr>
          <p:cNvSpPr txBox="1"/>
          <p:nvPr/>
        </p:nvSpPr>
        <p:spPr>
          <a:xfrm>
            <a:off x="5094123" y="339603"/>
            <a:ext cx="200375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Resultat</a:t>
            </a:r>
          </a:p>
        </p:txBody>
      </p:sp>
      <p:pic>
        <p:nvPicPr>
          <p:cNvPr id="3" name="Picture 2">
            <a:extLst>
              <a:ext uri="{FF2B5EF4-FFF2-40B4-BE49-F238E27FC236}">
                <a16:creationId xmlns:a16="http://schemas.microsoft.com/office/drawing/2014/main" id="{65B7FD47-3642-50B7-DAA1-2AC5E5810114}"/>
              </a:ext>
            </a:extLst>
          </p:cNvPr>
          <p:cNvPicPr>
            <a:picLocks noChangeAspect="1"/>
          </p:cNvPicPr>
          <p:nvPr/>
        </p:nvPicPr>
        <p:blipFill>
          <a:blip r:embed="rId5"/>
          <a:stretch>
            <a:fillRect/>
          </a:stretch>
        </p:blipFill>
        <p:spPr>
          <a:xfrm>
            <a:off x="272891" y="810704"/>
            <a:ext cx="4396973" cy="1566663"/>
          </a:xfrm>
          <a:prstGeom prst="rect">
            <a:avLst/>
          </a:prstGeom>
        </p:spPr>
      </p:pic>
      <p:pic>
        <p:nvPicPr>
          <p:cNvPr id="5" name="Picture 4">
            <a:extLst>
              <a:ext uri="{FF2B5EF4-FFF2-40B4-BE49-F238E27FC236}">
                <a16:creationId xmlns:a16="http://schemas.microsoft.com/office/drawing/2014/main" id="{A88F6870-48FD-CA74-D626-E271469A265D}"/>
              </a:ext>
            </a:extLst>
          </p:cNvPr>
          <p:cNvPicPr>
            <a:picLocks noChangeAspect="1"/>
          </p:cNvPicPr>
          <p:nvPr/>
        </p:nvPicPr>
        <p:blipFill>
          <a:blip r:embed="rId6"/>
          <a:stretch>
            <a:fillRect/>
          </a:stretch>
        </p:blipFill>
        <p:spPr>
          <a:xfrm>
            <a:off x="272891" y="2377367"/>
            <a:ext cx="4396973" cy="4378421"/>
          </a:xfrm>
          <a:prstGeom prst="rect">
            <a:avLst/>
          </a:prstGeom>
        </p:spPr>
      </p:pic>
      <p:pic>
        <p:nvPicPr>
          <p:cNvPr id="8" name="Picture 7">
            <a:extLst>
              <a:ext uri="{FF2B5EF4-FFF2-40B4-BE49-F238E27FC236}">
                <a16:creationId xmlns:a16="http://schemas.microsoft.com/office/drawing/2014/main" id="{64DC5FD4-4BD9-05BE-242A-719E34400905}"/>
              </a:ext>
            </a:extLst>
          </p:cNvPr>
          <p:cNvPicPr>
            <a:picLocks noChangeAspect="1"/>
          </p:cNvPicPr>
          <p:nvPr/>
        </p:nvPicPr>
        <p:blipFill>
          <a:blip r:embed="rId7"/>
          <a:stretch>
            <a:fillRect/>
          </a:stretch>
        </p:blipFill>
        <p:spPr>
          <a:xfrm>
            <a:off x="5345302" y="855072"/>
            <a:ext cx="6835732" cy="2286198"/>
          </a:xfrm>
          <a:prstGeom prst="rect">
            <a:avLst/>
          </a:prstGeom>
        </p:spPr>
      </p:pic>
      <p:pic>
        <p:nvPicPr>
          <p:cNvPr id="12" name="Picture 11">
            <a:extLst>
              <a:ext uri="{FF2B5EF4-FFF2-40B4-BE49-F238E27FC236}">
                <a16:creationId xmlns:a16="http://schemas.microsoft.com/office/drawing/2014/main" id="{760C4818-2AD5-6801-D571-792EC9870A18}"/>
              </a:ext>
            </a:extLst>
          </p:cNvPr>
          <p:cNvPicPr>
            <a:picLocks noChangeAspect="1"/>
          </p:cNvPicPr>
          <p:nvPr/>
        </p:nvPicPr>
        <p:blipFill>
          <a:blip r:embed="rId8"/>
          <a:stretch>
            <a:fillRect/>
          </a:stretch>
        </p:blipFill>
        <p:spPr>
          <a:xfrm>
            <a:off x="5342081" y="3141270"/>
            <a:ext cx="6849919" cy="2653138"/>
          </a:xfrm>
          <a:prstGeom prst="rect">
            <a:avLst/>
          </a:prstGeom>
        </p:spPr>
      </p:pic>
      <mc:AlternateContent xmlns:mc="http://schemas.openxmlformats.org/markup-compatibility/2006">
        <mc:Choice xmlns:p14="http://schemas.microsoft.com/office/powerpoint/2010/main" Requires="p14">
          <p:contentPart p14:bwMode="auto" r:id="rId9">
            <p14:nvContentPartPr>
              <p14:cNvPr id="16" name="Ink 15">
                <a:extLst>
                  <a:ext uri="{FF2B5EF4-FFF2-40B4-BE49-F238E27FC236}">
                    <a16:creationId xmlns:a16="http://schemas.microsoft.com/office/drawing/2014/main" id="{DD9BF1DB-A7E6-1E90-A5A8-F7DF8786A683}"/>
                  </a:ext>
                </a:extLst>
              </p14:cNvPr>
              <p14:cNvContentPartPr/>
              <p14:nvPr/>
            </p14:nvContentPartPr>
            <p14:xfrm>
              <a:off x="5486571" y="4706356"/>
              <a:ext cx="2483640" cy="272160"/>
            </p14:xfrm>
          </p:contentPart>
        </mc:Choice>
        <mc:Fallback>
          <p:pic>
            <p:nvPicPr>
              <p:cNvPr id="16" name="Ink 15">
                <a:extLst>
                  <a:ext uri="{FF2B5EF4-FFF2-40B4-BE49-F238E27FC236}">
                    <a16:creationId xmlns:a16="http://schemas.microsoft.com/office/drawing/2014/main" id="{DD9BF1DB-A7E6-1E90-A5A8-F7DF8786A683}"/>
                  </a:ext>
                </a:extLst>
              </p:cNvPr>
              <p:cNvPicPr/>
              <p:nvPr/>
            </p:nvPicPr>
            <p:blipFill>
              <a:blip r:embed="rId10"/>
              <a:stretch>
                <a:fillRect/>
              </a:stretch>
            </p:blipFill>
            <p:spPr>
              <a:xfrm>
                <a:off x="5432571" y="4598356"/>
                <a:ext cx="2591280" cy="4878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8" name="Ink 17">
                <a:extLst>
                  <a:ext uri="{FF2B5EF4-FFF2-40B4-BE49-F238E27FC236}">
                    <a16:creationId xmlns:a16="http://schemas.microsoft.com/office/drawing/2014/main" id="{B162751B-7096-6608-92E6-D74D80EFE40F}"/>
                  </a:ext>
                </a:extLst>
              </p14:cNvPr>
              <p14:cNvContentPartPr/>
              <p14:nvPr/>
            </p14:nvContentPartPr>
            <p14:xfrm>
              <a:off x="11059371" y="5669356"/>
              <a:ext cx="868680" cy="69840"/>
            </p14:xfrm>
          </p:contentPart>
        </mc:Choice>
        <mc:Fallback>
          <p:pic>
            <p:nvPicPr>
              <p:cNvPr id="18" name="Ink 17">
                <a:extLst>
                  <a:ext uri="{FF2B5EF4-FFF2-40B4-BE49-F238E27FC236}">
                    <a16:creationId xmlns:a16="http://schemas.microsoft.com/office/drawing/2014/main" id="{B162751B-7096-6608-92E6-D74D80EFE40F}"/>
                  </a:ext>
                </a:extLst>
              </p:cNvPr>
              <p:cNvPicPr/>
              <p:nvPr/>
            </p:nvPicPr>
            <p:blipFill>
              <a:blip r:embed="rId12"/>
              <a:stretch>
                <a:fillRect/>
              </a:stretch>
            </p:blipFill>
            <p:spPr>
              <a:xfrm>
                <a:off x="11005393" y="5561356"/>
                <a:ext cx="976275" cy="285480"/>
              </a:xfrm>
              <a:prstGeom prst="rect">
                <a:avLst/>
              </a:prstGeom>
            </p:spPr>
          </p:pic>
        </mc:Fallback>
      </mc:AlternateContent>
    </p:spTree>
    <p:extLst>
      <p:ext uri="{BB962C8B-B14F-4D97-AF65-F5344CB8AC3E}">
        <p14:creationId xmlns:p14="http://schemas.microsoft.com/office/powerpoint/2010/main" val="12215702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9547E660-EBE8-34D5-5481-E35B9E59CD13}"/>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A8B77907-3DEF-029C-8295-956DCF928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E4DBDA3-C15D-8514-E2EF-BEC44FC417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D3EAB7D8-0E30-DABA-D8EA-20A6C44977DC}"/>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19</a:t>
            </a:fld>
            <a:endParaRPr lang="da-DK" noProof="0"/>
          </a:p>
        </p:txBody>
      </p:sp>
      <p:sp>
        <p:nvSpPr>
          <p:cNvPr id="9" name="TextBox 8">
            <a:extLst>
              <a:ext uri="{FF2B5EF4-FFF2-40B4-BE49-F238E27FC236}">
                <a16:creationId xmlns:a16="http://schemas.microsoft.com/office/drawing/2014/main" id="{DA518715-BBED-BCB2-3AB7-57ADCF2C4743}"/>
              </a:ext>
            </a:extLst>
          </p:cNvPr>
          <p:cNvSpPr txBox="1"/>
          <p:nvPr/>
        </p:nvSpPr>
        <p:spPr>
          <a:xfrm>
            <a:off x="5094123" y="339603"/>
            <a:ext cx="2003755"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Resultat</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D84A1000-696A-14A4-6B95-0FBF9F0CC1C7}"/>
                  </a:ext>
                </a:extLst>
              </p:cNvPr>
              <p:cNvSpPr txBox="1"/>
              <p:nvPr/>
            </p:nvSpPr>
            <p:spPr>
              <a:xfrm>
                <a:off x="2515611" y="3235203"/>
                <a:ext cx="6907340" cy="1261114"/>
              </a:xfrm>
              <a:prstGeom prst="rect">
                <a:avLst/>
              </a:prstGeom>
              <a:noFill/>
            </p:spPr>
            <p:txBody>
              <a:bodyPr wrap="none" lIns="0" tIns="0" rIns="0" bIns="0" rtlCol="0">
                <a:spAutoFit/>
              </a:bodyPr>
              <a:lstStyle/>
              <a:p>
                <a:pPr algn="ctr"/>
                <a:r>
                  <a:rPr lang="en-US" sz="2000" noProof="0">
                    <a:latin typeface="Latin Modern Math" panose="02000503000000000000" pitchFamily="50" charset="0"/>
                    <a:ea typeface="Latin Modern Math" panose="02000503000000000000" pitchFamily="50" charset="0"/>
                  </a:rPr>
                  <a:t>Forsøget </a:t>
                </a:r>
                <a:r>
                  <a:rPr lang="en-US" sz="2000" err="1">
                    <a:latin typeface="Latin Modern Math" panose="02000503000000000000" pitchFamily="50" charset="0"/>
                    <a:ea typeface="Latin Modern Math" panose="02000503000000000000" pitchFamily="50" charset="0"/>
                  </a:rPr>
                  <a:t>bestemte</a:t>
                </a:r>
                <a:r>
                  <a:rPr lang="en-US" sz="2000">
                    <a:latin typeface="Latin Modern Math" panose="02000503000000000000" pitchFamily="50" charset="0"/>
                    <a:ea typeface="Latin Modern Math" panose="02000503000000000000" pitchFamily="50" charset="0"/>
                  </a:rPr>
                  <a:t> S </a:t>
                </a:r>
                <a:r>
                  <a:rPr lang="en-US" sz="2000" err="1">
                    <a:latin typeface="Latin Modern Math" panose="02000503000000000000" pitchFamily="50" charset="0"/>
                    <a:ea typeface="Latin Modern Math" panose="02000503000000000000" pitchFamily="50" charset="0"/>
                  </a:rPr>
                  <a:t>værdien</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til</a:t>
                </a:r>
                <a:r>
                  <a:rPr lang="en-US" sz="2000">
                    <a:latin typeface="Latin Modern Math" panose="02000503000000000000" pitchFamily="50" charset="0"/>
                    <a:ea typeface="Latin Modern Math" panose="02000503000000000000" pitchFamily="50" charset="0"/>
                  </a:rPr>
                  <a:t> </a:t>
                </a:r>
                <a14:m>
                  <m:oMath xmlns:m="http://schemas.openxmlformats.org/officeDocument/2006/math">
                    <m:r>
                      <a:rPr lang="en-US" sz="2000" b="0" i="1" smtClean="0">
                        <a:solidFill>
                          <a:srgbClr val="C00000"/>
                        </a:solidFill>
                        <a:latin typeface="Cambria Math" panose="02040503050406030204" pitchFamily="18" charset="0"/>
                        <a:ea typeface="Latin Modern Math" panose="02000503000000000000" pitchFamily="50" charset="0"/>
                      </a:rPr>
                      <m:t>𝑆</m:t>
                    </m:r>
                    <m:r>
                      <a:rPr lang="en-US" sz="2000" b="0" i="1" smtClean="0">
                        <a:solidFill>
                          <a:srgbClr val="C00000"/>
                        </a:solidFill>
                        <a:latin typeface="Cambria Math" panose="02040503050406030204" pitchFamily="18" charset="0"/>
                        <a:ea typeface="Latin Modern Math" panose="02000503000000000000" pitchFamily="50" charset="0"/>
                      </a:rPr>
                      <m:t>=2.41921</m:t>
                    </m:r>
                  </m:oMath>
                </a14:m>
                <a:r>
                  <a:rPr lang="en-US" sz="2000">
                    <a:latin typeface="Latin Modern Math" panose="02000503000000000000" pitchFamily="50" charset="0"/>
                    <a:ea typeface="Latin Modern Math" panose="02000503000000000000" pitchFamily="50" charset="0"/>
                  </a:rPr>
                  <a:t>. </a:t>
                </a:r>
              </a:p>
              <a:p>
                <a:pPr algn="ctr"/>
                <a:r>
                  <a:rPr lang="en-US" sz="2000" noProof="0">
                    <a:latin typeface="Latin Modern Math" panose="02000503000000000000" pitchFamily="50" charset="0"/>
                    <a:ea typeface="Latin Modern Math" panose="02000503000000000000" pitchFamily="50" charset="0"/>
                  </a:rPr>
                  <a:t>Dette er </a:t>
                </a:r>
                <a:r>
                  <a:rPr lang="en-US" sz="2000" err="1">
                    <a:latin typeface="Latin Modern Math" panose="02000503000000000000" pitchFamily="50" charset="0"/>
                    <a:ea typeface="Latin Modern Math" panose="02000503000000000000" pitchFamily="50" charset="0"/>
                  </a:rPr>
                  <a:t>indenfor</a:t>
                </a:r>
                <a:r>
                  <a:rPr lang="en-US" sz="2000">
                    <a:latin typeface="Latin Modern Math" panose="02000503000000000000" pitchFamily="50" charset="0"/>
                    <a:ea typeface="Latin Modern Math" panose="02000503000000000000" pitchFamily="50" charset="0"/>
                  </a:rPr>
                  <a:t> de </a:t>
                </a:r>
                <a:r>
                  <a:rPr lang="en-US" sz="2000" err="1">
                    <a:latin typeface="Latin Modern Math" panose="02000503000000000000" pitchFamily="50" charset="0"/>
                    <a:ea typeface="Latin Modern Math" panose="02000503000000000000" pitchFamily="50" charset="0"/>
                  </a:rPr>
                  <a:t>kvantemekaniske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grænser</a:t>
                </a:r>
                <a:r>
                  <a:rPr lang="en-US" sz="2000">
                    <a:latin typeface="Latin Modern Math" panose="02000503000000000000" pitchFamily="50" charset="0"/>
                    <a:ea typeface="Latin Modern Math" panose="02000503000000000000" pitchFamily="50" charset="0"/>
                  </a:rPr>
                  <a:t> for </a:t>
                </a:r>
                <a14:m>
                  <m:oMath xmlns:m="http://schemas.openxmlformats.org/officeDocument/2006/math">
                    <m:r>
                      <a:rPr lang="en-US" sz="2000" b="0" i="1" smtClean="0">
                        <a:latin typeface="Cambria Math" panose="02040503050406030204" pitchFamily="18" charset="0"/>
                        <a:ea typeface="Latin Modern Math" panose="02000503000000000000" pitchFamily="50" charset="0"/>
                      </a:rPr>
                      <m:t>𝑆</m:t>
                    </m:r>
                    <m:r>
                      <a:rPr lang="en-US" sz="2000" b="0" i="1" smtClean="0">
                        <a:latin typeface="Cambria Math" panose="02040503050406030204" pitchFamily="18" charset="0"/>
                        <a:ea typeface="Latin Modern Math" panose="02000503000000000000" pitchFamily="50" charset="0"/>
                      </a:rPr>
                      <m:t>=2</m:t>
                    </m:r>
                    <m:rad>
                      <m:radPr>
                        <m:degHide m:val="on"/>
                        <m:ctrlPr>
                          <a:rPr lang="en-US" sz="2000" b="0" i="1" smtClean="0">
                            <a:latin typeface="Cambria Math" panose="02040503050406030204" pitchFamily="18" charset="0"/>
                            <a:ea typeface="Latin Modern Math" panose="02000503000000000000" pitchFamily="50" charset="0"/>
                          </a:rPr>
                        </m:ctrlPr>
                      </m:radPr>
                      <m:deg/>
                      <m:e>
                        <m:r>
                          <a:rPr lang="en-US" sz="2000" b="0" i="1" smtClean="0">
                            <a:latin typeface="Cambria Math" panose="02040503050406030204" pitchFamily="18" charset="0"/>
                            <a:ea typeface="Latin Modern Math" panose="02000503000000000000" pitchFamily="50" charset="0"/>
                          </a:rPr>
                          <m:t>2</m:t>
                        </m:r>
                      </m:e>
                    </m:rad>
                  </m:oMath>
                </a14:m>
                <a:r>
                  <a:rPr lang="en-US" sz="2000">
                    <a:latin typeface="Latin Modern Math" panose="02000503000000000000" pitchFamily="50" charset="0"/>
                    <a:ea typeface="Latin Modern Math" panose="02000503000000000000" pitchFamily="50" charset="0"/>
                  </a:rPr>
                  <a:t>. </a:t>
                </a:r>
              </a:p>
              <a:p>
                <a:pPr algn="ctr"/>
                <a:r>
                  <a:rPr lang="en-US" sz="2000" noProof="0">
                    <a:latin typeface="Latin Modern Math" panose="02000503000000000000" pitchFamily="50" charset="0"/>
                    <a:ea typeface="Latin Modern Math" panose="02000503000000000000" pitchFamily="50" charset="0"/>
                  </a:rPr>
                  <a:t>Absolut </a:t>
                </a:r>
                <a:r>
                  <a:rPr lang="en-US" sz="2000" noProof="0" err="1">
                    <a:latin typeface="Latin Modern Math" panose="02000503000000000000" pitchFamily="50" charset="0"/>
                    <a:ea typeface="Latin Modern Math" panose="02000503000000000000" pitchFamily="50" charset="0"/>
                  </a:rPr>
                  <a:t>avigelse</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på</a:t>
                </a:r>
                <a:r>
                  <a:rPr lang="en-US" sz="2000" noProof="0">
                    <a:latin typeface="Latin Modern Math" panose="02000503000000000000" pitchFamily="50" charset="0"/>
                    <a:ea typeface="Latin Modern Math" panose="02000503000000000000" pitchFamily="50" charset="0"/>
                  </a:rPr>
                  <a:t> </a:t>
                </a:r>
                <a:r>
                  <a:rPr lang="en-US" sz="2000" noProof="0">
                    <a:solidFill>
                      <a:srgbClr val="C00000"/>
                    </a:solidFill>
                    <a:latin typeface="Latin Modern Math" panose="02000503000000000000" pitchFamily="50" charset="0"/>
                    <a:ea typeface="Latin Modern Math" panose="02000503000000000000" pitchFamily="50" charset="0"/>
                  </a:rPr>
                  <a:t>0.40922</a:t>
                </a:r>
                <a:r>
                  <a:rPr lang="en-US" sz="2000" noProof="0">
                    <a:latin typeface="Latin Modern Math" panose="02000503000000000000" pitchFamily="50" charset="0"/>
                    <a:ea typeface="Latin Modern Math" panose="02000503000000000000" pitchFamily="50" charset="0"/>
                  </a:rPr>
                  <a:t>.</a:t>
                </a:r>
              </a:p>
              <a:p>
                <a:pPr algn="ctr"/>
                <a:r>
                  <a:rPr lang="en-US" sz="2000" err="1">
                    <a:latin typeface="Latin Modern Math" panose="02000503000000000000" pitchFamily="50" charset="0"/>
                    <a:ea typeface="Latin Modern Math" panose="02000503000000000000" pitchFamily="50" charset="0"/>
                  </a:rPr>
                  <a:t>Relativ</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avigelse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på</a:t>
                </a:r>
                <a:r>
                  <a:rPr lang="en-US" sz="2000">
                    <a:latin typeface="Latin Modern Math" panose="02000503000000000000" pitchFamily="50" charset="0"/>
                    <a:ea typeface="Latin Modern Math" panose="02000503000000000000" pitchFamily="50" charset="0"/>
                  </a:rPr>
                  <a:t> </a:t>
                </a:r>
                <a:r>
                  <a:rPr lang="en-US" sz="2000">
                    <a:solidFill>
                      <a:srgbClr val="C00000"/>
                    </a:solidFill>
                    <a:latin typeface="Latin Modern Math" panose="02000503000000000000" pitchFamily="50" charset="0"/>
                    <a:ea typeface="Latin Modern Math" panose="02000503000000000000" pitchFamily="50" charset="0"/>
                  </a:rPr>
                  <a:t>14.47%</a:t>
                </a:r>
                <a:r>
                  <a:rPr lang="en-US" sz="2000">
                    <a:latin typeface="Latin Modern Math" panose="02000503000000000000" pitchFamily="50" charset="0"/>
                    <a:ea typeface="Latin Modern Math" panose="02000503000000000000" pitchFamily="50" charset="0"/>
                  </a:rPr>
                  <a:t>.</a:t>
                </a:r>
                <a:endParaRPr lang="da-DK" sz="2000" noProof="0">
                  <a:solidFill>
                    <a:srgbClr val="C00000"/>
                  </a:solidFill>
                  <a:latin typeface="Latin Modern Math" panose="02000503000000000000" pitchFamily="50" charset="0"/>
                  <a:ea typeface="Latin Modern Math" panose="02000503000000000000" pitchFamily="50" charset="0"/>
                </a:endParaRPr>
              </a:p>
            </p:txBody>
          </p:sp>
        </mc:Choice>
        <mc:Fallback>
          <p:sp>
            <p:nvSpPr>
              <p:cNvPr id="13" name="TextBox 12">
                <a:extLst>
                  <a:ext uri="{FF2B5EF4-FFF2-40B4-BE49-F238E27FC236}">
                    <a16:creationId xmlns:a16="http://schemas.microsoft.com/office/drawing/2014/main" id="{D84A1000-696A-14A4-6B95-0FBF9F0CC1C7}"/>
                  </a:ext>
                </a:extLst>
              </p:cNvPr>
              <p:cNvSpPr txBox="1">
                <a:spLocks noRot="1" noChangeAspect="1" noMove="1" noResize="1" noEditPoints="1" noAdjustHandles="1" noChangeArrowheads="1" noChangeShapeType="1" noTextEdit="1"/>
              </p:cNvSpPr>
              <p:nvPr/>
            </p:nvSpPr>
            <p:spPr>
              <a:xfrm>
                <a:off x="2515611" y="3235203"/>
                <a:ext cx="6907340" cy="1261114"/>
              </a:xfrm>
              <a:prstGeom prst="rect">
                <a:avLst/>
              </a:prstGeom>
              <a:blipFill>
                <a:blip r:embed="rId5"/>
                <a:stretch>
                  <a:fillRect t="-6280" b="-11111"/>
                </a:stretch>
              </a:blipFill>
            </p:spPr>
            <p:txBody>
              <a:bodyPr/>
              <a:lstStyle/>
              <a:p>
                <a:r>
                  <a:rPr lang="en-US">
                    <a:noFill/>
                  </a:rPr>
                  <a:t> </a:t>
                </a:r>
              </a:p>
            </p:txBody>
          </p:sp>
        </mc:Fallback>
      </mc:AlternateContent>
    </p:spTree>
    <p:extLst>
      <p:ext uri="{BB962C8B-B14F-4D97-AF65-F5344CB8AC3E}">
        <p14:creationId xmlns:p14="http://schemas.microsoft.com/office/powerpoint/2010/main" val="18556209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01C0F349-6522-2269-D477-867BCFDBF1E6}"/>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E723153C-8AFC-65FB-9337-78F808DA7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761EAA5-93E2-B37B-F8C6-913126D6A8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1FF0B0F0-F32F-D333-0E3C-4ACC42326F41}"/>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20</a:t>
            </a:fld>
            <a:endParaRPr lang="da-DK" noProof="0"/>
          </a:p>
        </p:txBody>
      </p:sp>
      <p:sp>
        <p:nvSpPr>
          <p:cNvPr id="9" name="TextBox 8">
            <a:extLst>
              <a:ext uri="{FF2B5EF4-FFF2-40B4-BE49-F238E27FC236}">
                <a16:creationId xmlns:a16="http://schemas.microsoft.com/office/drawing/2014/main" id="{1784F58F-F4A3-ED96-57A0-60330AD5EC42}"/>
              </a:ext>
            </a:extLst>
          </p:cNvPr>
          <p:cNvSpPr txBox="1"/>
          <p:nvPr/>
        </p:nvSpPr>
        <p:spPr>
          <a:xfrm>
            <a:off x="4760702" y="339603"/>
            <a:ext cx="2670603"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Konklusion</a:t>
            </a:r>
          </a:p>
        </p:txBody>
      </p:sp>
      <p:sp>
        <p:nvSpPr>
          <p:cNvPr id="13" name="TextBox 12">
            <a:extLst>
              <a:ext uri="{FF2B5EF4-FFF2-40B4-BE49-F238E27FC236}">
                <a16:creationId xmlns:a16="http://schemas.microsoft.com/office/drawing/2014/main" id="{93ED11A0-70D5-687F-0FB0-D7E78CC3ABEE}"/>
              </a:ext>
            </a:extLst>
          </p:cNvPr>
          <p:cNvSpPr txBox="1"/>
          <p:nvPr/>
        </p:nvSpPr>
        <p:spPr>
          <a:xfrm flipH="1">
            <a:off x="3279979" y="3429000"/>
            <a:ext cx="5632041" cy="430887"/>
          </a:xfrm>
          <a:prstGeom prst="rect">
            <a:avLst/>
          </a:prstGeom>
          <a:noFill/>
        </p:spPr>
        <p:txBody>
          <a:bodyPr wrap="square" lIns="0" tIns="0" rIns="0" bIns="0" rtlCol="0">
            <a:spAutoFit/>
          </a:bodyPr>
          <a:lstStyle/>
          <a:p>
            <a:pPr algn="ctr"/>
            <a:r>
              <a:rPr lang="en-US" sz="2800">
                <a:solidFill>
                  <a:srgbClr val="C00000"/>
                </a:solidFill>
                <a:latin typeface="Latin Modern Math" panose="02000503000000000000" pitchFamily="50" charset="0"/>
                <a:ea typeface="Latin Modern Math" panose="02000503000000000000" pitchFamily="50" charset="0"/>
              </a:rPr>
              <a:t>Bohr </a:t>
            </a:r>
            <a:r>
              <a:rPr lang="en-US" sz="2800" err="1">
                <a:solidFill>
                  <a:srgbClr val="C00000"/>
                </a:solidFill>
                <a:latin typeface="Latin Modern Math" panose="02000503000000000000" pitchFamily="50" charset="0"/>
                <a:ea typeface="Latin Modern Math" panose="02000503000000000000" pitchFamily="50" charset="0"/>
              </a:rPr>
              <a:t>havde</a:t>
            </a:r>
            <a:r>
              <a:rPr lang="en-US" sz="2800">
                <a:solidFill>
                  <a:srgbClr val="C00000"/>
                </a:solidFill>
                <a:latin typeface="Latin Modern Math" panose="02000503000000000000" pitchFamily="50" charset="0"/>
                <a:ea typeface="Latin Modern Math" panose="02000503000000000000" pitchFamily="50" charset="0"/>
              </a:rPr>
              <a:t> ret. Einstein tog </a:t>
            </a:r>
            <a:r>
              <a:rPr lang="en-US" sz="2800" err="1">
                <a:solidFill>
                  <a:srgbClr val="C00000"/>
                </a:solidFill>
                <a:latin typeface="Latin Modern Math" panose="02000503000000000000" pitchFamily="50" charset="0"/>
                <a:ea typeface="Latin Modern Math" panose="02000503000000000000" pitchFamily="50" charset="0"/>
              </a:rPr>
              <a:t>fejl</a:t>
            </a:r>
            <a:r>
              <a:rPr lang="en-US" sz="2800">
                <a:solidFill>
                  <a:srgbClr val="C00000"/>
                </a:solidFill>
                <a:latin typeface="Latin Modern Math" panose="02000503000000000000" pitchFamily="50" charset="0"/>
                <a:ea typeface="Latin Modern Math" panose="02000503000000000000" pitchFamily="50" charset="0"/>
              </a:rPr>
              <a:t>.</a:t>
            </a:r>
            <a:endParaRPr lang="da-DK" sz="2800" noProof="0">
              <a:solidFill>
                <a:srgbClr val="C00000"/>
              </a:solidFill>
              <a:latin typeface="Latin Modern Math" panose="02000503000000000000" pitchFamily="50" charset="0"/>
              <a:ea typeface="Latin Modern Math" panose="02000503000000000000" pitchFamily="50" charset="0"/>
            </a:endParaRPr>
          </a:p>
        </p:txBody>
      </p:sp>
    </p:spTree>
    <p:extLst>
      <p:ext uri="{BB962C8B-B14F-4D97-AF65-F5344CB8AC3E}">
        <p14:creationId xmlns:p14="http://schemas.microsoft.com/office/powerpoint/2010/main" val="14548127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EB63BC47-B88C-F72A-4746-25904B26F152}"/>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EC1ABD79-1AEB-86B0-934E-9214A8B74E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C7771662-B585-A357-B233-A70C1128BB9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2D608389-2A53-8EE3-5940-B1134373AAF6}"/>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21</a:t>
            </a:fld>
            <a:endParaRPr lang="da-DK" noProof="0"/>
          </a:p>
        </p:txBody>
      </p:sp>
      <p:sp>
        <p:nvSpPr>
          <p:cNvPr id="9" name="TextBox 8">
            <a:extLst>
              <a:ext uri="{FF2B5EF4-FFF2-40B4-BE49-F238E27FC236}">
                <a16:creationId xmlns:a16="http://schemas.microsoft.com/office/drawing/2014/main" id="{9C62AD3B-C189-52D1-557B-8EA420DD7910}"/>
              </a:ext>
            </a:extLst>
          </p:cNvPr>
          <p:cNvSpPr txBox="1"/>
          <p:nvPr/>
        </p:nvSpPr>
        <p:spPr>
          <a:xfrm>
            <a:off x="4760702" y="339603"/>
            <a:ext cx="2670603" cy="615553"/>
          </a:xfrm>
          <a:prstGeom prst="rect">
            <a:avLst/>
          </a:prstGeom>
          <a:noFill/>
        </p:spPr>
        <p:txBody>
          <a:bodyPr wrap="none" lIns="0" tIns="0" rIns="0" bIns="0" rtlCol="0">
            <a:spAutoFit/>
          </a:bodyPr>
          <a:lstStyle/>
          <a:p>
            <a:pPr algn="ctr"/>
            <a:r>
              <a:rPr lang="da-DK" sz="4000" b="1" noProof="0">
                <a:latin typeface="Latin Modern Math" panose="02000503000000000000" pitchFamily="50" charset="0"/>
                <a:ea typeface="Latin Modern Math" panose="02000503000000000000" pitchFamily="50" charset="0"/>
              </a:rPr>
              <a:t>Konklusion</a:t>
            </a:r>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3435925F-FBA5-38AA-E095-EB4758775143}"/>
                  </a:ext>
                </a:extLst>
              </p:cNvPr>
              <p:cNvSpPr txBox="1"/>
              <p:nvPr/>
            </p:nvSpPr>
            <p:spPr>
              <a:xfrm flipH="1">
                <a:off x="1752930" y="1362456"/>
                <a:ext cx="8259618" cy="2799997"/>
              </a:xfrm>
              <a:prstGeom prst="rect">
                <a:avLst/>
              </a:prstGeom>
              <a:noFill/>
            </p:spPr>
            <p:txBody>
              <a:bodyPr wrap="square" lIns="0" tIns="0" rIns="0" bIns="0" rtlCol="0">
                <a:spAutoFit/>
              </a:bodyPr>
              <a:lstStyle/>
              <a:p>
                <a:pPr marL="342900" indent="-342900">
                  <a:buFontTx/>
                  <a:buChar char="-"/>
                </a:pPr>
                <a:r>
                  <a:rPr lang="en-US" sz="2000">
                    <a:latin typeface="Latin Modern Math" panose="02000503000000000000" pitchFamily="50" charset="0"/>
                    <a:ea typeface="Latin Modern Math" panose="02000503000000000000" pitchFamily="50" charset="0"/>
                  </a:rPr>
                  <a:t>Bells </a:t>
                </a:r>
                <a:r>
                  <a:rPr lang="en-US" sz="2000" err="1">
                    <a:latin typeface="Latin Modern Math" panose="02000503000000000000" pitchFamily="50" charset="0"/>
                    <a:ea typeface="Latin Modern Math" panose="02000503000000000000" pitchFamily="50" charset="0"/>
                  </a:rPr>
                  <a:t>ulighed</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fungerer</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som</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eksperimentel</a:t>
                </a:r>
                <a:r>
                  <a:rPr lang="en-US" sz="2000">
                    <a:latin typeface="Latin Modern Math" panose="02000503000000000000" pitchFamily="50" charset="0"/>
                    <a:ea typeface="Latin Modern Math" panose="02000503000000000000" pitchFamily="50" charset="0"/>
                  </a:rPr>
                  <a:t> test </a:t>
                </a:r>
                <a:r>
                  <a:rPr lang="en-US" sz="2000" err="1">
                    <a:latin typeface="Latin Modern Math" panose="02000503000000000000" pitchFamily="50" charset="0"/>
                    <a:ea typeface="Latin Modern Math" panose="02000503000000000000" pitchFamily="50" charset="0"/>
                  </a:rPr>
                  <a:t>af</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lokalrealisme</a:t>
                </a:r>
                <a:r>
                  <a:rPr lang="en-US" sz="2000">
                    <a:latin typeface="Latin Modern Math" panose="02000503000000000000" pitchFamily="50" charset="0"/>
                    <a:ea typeface="Latin Modern Math" panose="02000503000000000000" pitchFamily="50" charset="0"/>
                  </a:rPr>
                  <a:t>.</a:t>
                </a:r>
              </a:p>
              <a:p>
                <a:pPr marL="342900" indent="-342900">
                  <a:buFontTx/>
                  <a:buChar char="-"/>
                </a:pPr>
                <a:r>
                  <a:rPr lang="en-US" sz="2000" err="1">
                    <a:latin typeface="Latin Modern Math" panose="02000503000000000000" pitchFamily="50" charset="0"/>
                    <a:ea typeface="Latin Modern Math" panose="02000503000000000000" pitchFamily="50" charset="0"/>
                  </a:rPr>
                  <a:t>Resultaterne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viser</a:t>
                </a:r>
                <a:r>
                  <a:rPr lang="en-US" sz="2000">
                    <a:latin typeface="Latin Modern Math" panose="02000503000000000000" pitchFamily="50" charset="0"/>
                    <a:ea typeface="Latin Modern Math" panose="02000503000000000000" pitchFamily="50" charset="0"/>
                  </a:rPr>
                  <a:t> et </a:t>
                </a:r>
                <a:r>
                  <a:rPr lang="en-US" sz="2000" err="1">
                    <a:latin typeface="Latin Modern Math" panose="02000503000000000000" pitchFamily="50" charset="0"/>
                    <a:ea typeface="Latin Modern Math" panose="02000503000000000000" pitchFamily="50" charset="0"/>
                  </a:rPr>
                  <a:t>brud</a:t>
                </a:r>
                <a:endParaRPr lang="en-US" sz="2000">
                  <a:latin typeface="Latin Modern Math" panose="02000503000000000000" pitchFamily="50" charset="0"/>
                  <a:ea typeface="Latin Modern Math" panose="02000503000000000000" pitchFamily="50" charset="0"/>
                </a:endParaRPr>
              </a:p>
              <a:p>
                <a:pPr marL="800100" lvl="1" indent="-342900">
                  <a:buFontTx/>
                  <a:buChar char="-"/>
                </a:pPr>
                <a:r>
                  <a:rPr lang="en-US" sz="2000">
                    <a:latin typeface="Latin Modern Math" panose="02000503000000000000" pitchFamily="50" charset="0"/>
                    <a:ea typeface="Latin Modern Math" panose="02000503000000000000" pitchFamily="50" charset="0"/>
                  </a:rPr>
                  <a:t>Ingen </a:t>
                </a:r>
                <a14:m>
                  <m:oMath xmlns:m="http://schemas.openxmlformats.org/officeDocument/2006/math">
                    <m:r>
                      <a:rPr lang="en-US" sz="2000" b="0" i="1" smtClean="0">
                        <a:latin typeface="Cambria Math" panose="02040503050406030204" pitchFamily="18" charset="0"/>
                        <a:ea typeface="Latin Modern Math" panose="02000503000000000000" pitchFamily="50" charset="0"/>
                      </a:rPr>
                      <m:t>𝜆</m:t>
                    </m:r>
                  </m:oMath>
                </a14:m>
                <a:endParaRPr lang="en-US" sz="2000">
                  <a:latin typeface="Latin Modern Math" panose="02000503000000000000" pitchFamily="50" charset="0"/>
                  <a:ea typeface="Latin Modern Math" panose="02000503000000000000" pitchFamily="50" charset="0"/>
                </a:endParaRPr>
              </a:p>
              <a:p>
                <a:pPr marL="342900" indent="-342900">
                  <a:buFontTx/>
                  <a:buChar char="-"/>
                </a:pPr>
                <a:r>
                  <a:rPr lang="en-US" sz="2000" err="1">
                    <a:latin typeface="Latin Modern Math" panose="02000503000000000000" pitchFamily="50" charset="0"/>
                    <a:ea typeface="Latin Modern Math" panose="02000503000000000000" pitchFamily="50" charset="0"/>
                  </a:rPr>
                  <a:t>Teoretisk</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maksimum</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på</a:t>
                </a:r>
                <a:r>
                  <a:rPr lang="en-US" sz="2000">
                    <a:latin typeface="Latin Modern Math" panose="02000503000000000000" pitchFamily="50" charset="0"/>
                    <a:ea typeface="Latin Modern Math" panose="02000503000000000000" pitchFamily="50" charset="0"/>
                  </a:rPr>
                  <a:t> </a:t>
                </a:r>
                <a14:m>
                  <m:oMath xmlns:m="http://schemas.openxmlformats.org/officeDocument/2006/math">
                    <m:r>
                      <m:rPr>
                        <m:sty m:val="p"/>
                      </m:rPr>
                      <a:rPr lang="en-US" sz="2000">
                        <a:latin typeface="Cambria Math" panose="02040503050406030204" pitchFamily="18" charset="0"/>
                        <a:ea typeface="Latin Modern Math" panose="02000503000000000000" pitchFamily="50" charset="0"/>
                      </a:rPr>
                      <m:t>S</m:t>
                    </m:r>
                    <m:r>
                      <a:rPr lang="en-US" sz="2000" b="0" i="0" smtClean="0">
                        <a:latin typeface="Cambria Math" panose="02040503050406030204" pitchFamily="18" charset="0"/>
                        <a:ea typeface="Latin Modern Math" panose="02000503000000000000" pitchFamily="50" charset="0"/>
                      </a:rPr>
                      <m:t>=2</m:t>
                    </m:r>
                    <m:rad>
                      <m:radPr>
                        <m:degHide m:val="on"/>
                        <m:ctrlPr>
                          <a:rPr lang="en-US" sz="2000" b="0" i="1" smtClean="0">
                            <a:latin typeface="Cambria Math" panose="02040503050406030204" pitchFamily="18" charset="0"/>
                            <a:ea typeface="Latin Modern Math" panose="02000503000000000000" pitchFamily="50" charset="0"/>
                          </a:rPr>
                        </m:ctrlPr>
                      </m:radPr>
                      <m:deg/>
                      <m:e>
                        <m:r>
                          <a:rPr lang="en-US" sz="2000" b="0" i="1" smtClean="0">
                            <a:latin typeface="Cambria Math" panose="02040503050406030204" pitchFamily="18" charset="0"/>
                            <a:ea typeface="Latin Modern Math" panose="02000503000000000000" pitchFamily="50" charset="0"/>
                          </a:rPr>
                          <m:t>2</m:t>
                        </m:r>
                      </m:e>
                    </m:rad>
                  </m:oMath>
                </a14:m>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kunne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ikke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nåes</a:t>
                </a:r>
                <a:r>
                  <a:rPr lang="en-US" sz="2000">
                    <a:latin typeface="Latin Modern Math" panose="02000503000000000000" pitchFamily="50" charset="0"/>
                    <a:ea typeface="Latin Modern Math" panose="02000503000000000000" pitchFamily="50" charset="0"/>
                  </a:rPr>
                  <a:t>…</a:t>
                </a:r>
              </a:p>
              <a:p>
                <a:pPr marL="342900" indent="-342900">
                  <a:buFontTx/>
                  <a:buChar char="-"/>
                </a:pPr>
                <a:r>
                  <a:rPr lang="en-US" sz="2000" err="1">
                    <a:latin typeface="Latin Modern Math" panose="02000503000000000000" pitchFamily="50" charset="0"/>
                    <a:ea typeface="Latin Modern Math" panose="02000503000000000000" pitchFamily="50" charset="0"/>
                  </a:rPr>
                  <a:t>Vigtige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filosofiske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og</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teknologiske</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konsekvenser</a:t>
                </a:r>
                <a:endParaRPr lang="en-US" sz="2000">
                  <a:latin typeface="Latin Modern Math" panose="02000503000000000000" pitchFamily="50" charset="0"/>
                  <a:ea typeface="Latin Modern Math" panose="02000503000000000000" pitchFamily="50" charset="0"/>
                </a:endParaRPr>
              </a:p>
              <a:p>
                <a:pPr marL="342900" indent="-342900">
                  <a:buFontTx/>
                  <a:buChar char="-"/>
                </a:pPr>
                <a:r>
                  <a:rPr lang="en-US" sz="2000" err="1">
                    <a:latin typeface="Latin Modern Math" panose="02000503000000000000" pitchFamily="50" charset="0"/>
                    <a:ea typeface="Latin Modern Math" panose="02000503000000000000" pitchFamily="50" charset="0"/>
                  </a:rPr>
                  <a:t>Naturen</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beskrives</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ikke</a:t>
                </a:r>
                <a:r>
                  <a:rPr lang="en-US" sz="2000">
                    <a:latin typeface="Latin Modern Math" panose="02000503000000000000" pitchFamily="50" charset="0"/>
                    <a:ea typeface="Latin Modern Math" panose="02000503000000000000" pitchFamily="50" charset="0"/>
                  </a:rPr>
                  <a:t> med </a:t>
                </a:r>
                <a:r>
                  <a:rPr lang="en-US" sz="2000" err="1">
                    <a:latin typeface="Latin Modern Math" panose="02000503000000000000" pitchFamily="50" charset="0"/>
                    <a:ea typeface="Latin Modern Math" panose="02000503000000000000" pitchFamily="50" charset="0"/>
                  </a:rPr>
                  <a:t>lokalrealisme</a:t>
                </a:r>
                <a:endParaRPr lang="en-US" sz="2000">
                  <a:latin typeface="Latin Modern Math" panose="02000503000000000000" pitchFamily="50" charset="0"/>
                  <a:ea typeface="Latin Modern Math" panose="02000503000000000000" pitchFamily="50" charset="0"/>
                </a:endParaRPr>
              </a:p>
              <a:p>
                <a:pPr marL="342900" indent="-342900">
                  <a:buFontTx/>
                  <a:buChar char="-"/>
                </a:pPr>
                <a:r>
                  <a:rPr lang="en-US" sz="2000" err="1">
                    <a:latin typeface="Latin Modern Math" panose="02000503000000000000" pitchFamily="50" charset="0"/>
                    <a:ea typeface="Latin Modern Math" panose="02000503000000000000" pitchFamily="50" charset="0"/>
                  </a:rPr>
                  <a:t>Naturen</a:t>
                </a:r>
                <a:r>
                  <a:rPr lang="en-US" sz="2000">
                    <a:latin typeface="Latin Modern Math" panose="02000503000000000000" pitchFamily="50" charset="0"/>
                    <a:ea typeface="Latin Modern Math" panose="02000503000000000000" pitchFamily="50" charset="0"/>
                  </a:rPr>
                  <a:t> er </a:t>
                </a:r>
                <a:r>
                  <a:rPr lang="en-US" sz="2000" err="1">
                    <a:latin typeface="Latin Modern Math" panose="02000503000000000000" pitchFamily="50" charset="0"/>
                    <a:ea typeface="Latin Modern Math" panose="02000503000000000000" pitchFamily="50" charset="0"/>
                  </a:rPr>
                  <a:t>probabilistisk</a:t>
                </a:r>
                <a:r>
                  <a:rPr lang="en-US" sz="2000">
                    <a:latin typeface="Latin Modern Math" panose="02000503000000000000" pitchFamily="50" charset="0"/>
                    <a:ea typeface="Latin Modern Math" panose="02000503000000000000" pitchFamily="50" charset="0"/>
                  </a:rPr>
                  <a:t> </a:t>
                </a:r>
                <a:r>
                  <a:rPr lang="en-US" sz="2000" err="1">
                    <a:latin typeface="Latin Modern Math" panose="02000503000000000000" pitchFamily="50" charset="0"/>
                    <a:ea typeface="Latin Modern Math" panose="02000503000000000000" pitchFamily="50" charset="0"/>
                  </a:rPr>
                  <a:t>determinieret</a:t>
                </a:r>
                <a:endParaRPr lang="en-US" sz="2000">
                  <a:latin typeface="Latin Modern Math" panose="02000503000000000000" pitchFamily="50" charset="0"/>
                  <a:ea typeface="Latin Modern Math" panose="02000503000000000000" pitchFamily="50" charset="0"/>
                </a:endParaRPr>
              </a:p>
              <a:p>
                <a:pPr marL="800100" lvl="1" indent="-342900">
                  <a:buFontTx/>
                  <a:buChar char="-"/>
                </a:pPr>
                <a:endParaRPr lang="en-US" sz="2000">
                  <a:latin typeface="Latin Modern Math" panose="02000503000000000000" pitchFamily="50" charset="0"/>
                  <a:ea typeface="Latin Modern Math" panose="02000503000000000000" pitchFamily="50" charset="0"/>
                </a:endParaRPr>
              </a:p>
              <a:p>
                <a:r>
                  <a:rPr lang="en-US" sz="2000">
                    <a:latin typeface="Latin Modern Math" panose="02000503000000000000" pitchFamily="50" charset="0"/>
                    <a:ea typeface="Latin Modern Math" panose="02000503000000000000" pitchFamily="50" charset="0"/>
                  </a:rPr>
                  <a:t>  </a:t>
                </a:r>
                <a:endParaRPr lang="da-DK" sz="2000" noProof="0">
                  <a:latin typeface="Latin Modern Math" panose="02000503000000000000" pitchFamily="50" charset="0"/>
                  <a:ea typeface="Latin Modern Math" panose="02000503000000000000" pitchFamily="50" charset="0"/>
                </a:endParaRPr>
              </a:p>
            </p:txBody>
          </p:sp>
        </mc:Choice>
        <mc:Fallback>
          <p:sp>
            <p:nvSpPr>
              <p:cNvPr id="13" name="TextBox 12">
                <a:extLst>
                  <a:ext uri="{FF2B5EF4-FFF2-40B4-BE49-F238E27FC236}">
                    <a16:creationId xmlns:a16="http://schemas.microsoft.com/office/drawing/2014/main" id="{3435925F-FBA5-38AA-E095-EB4758775143}"/>
                  </a:ext>
                </a:extLst>
              </p:cNvPr>
              <p:cNvSpPr txBox="1">
                <a:spLocks noRot="1" noChangeAspect="1" noMove="1" noResize="1" noEditPoints="1" noAdjustHandles="1" noChangeArrowheads="1" noChangeShapeType="1" noTextEdit="1"/>
              </p:cNvSpPr>
              <p:nvPr/>
            </p:nvSpPr>
            <p:spPr>
              <a:xfrm flipH="1">
                <a:off x="1752930" y="1362456"/>
                <a:ext cx="8259618" cy="2799997"/>
              </a:xfrm>
              <a:prstGeom prst="rect">
                <a:avLst/>
              </a:prstGeom>
              <a:blipFill>
                <a:blip r:embed="rId5"/>
                <a:stretch>
                  <a:fillRect l="-1920" t="-3268"/>
                </a:stretch>
              </a:blipFill>
            </p:spPr>
            <p:txBody>
              <a:bodyPr/>
              <a:lstStyle/>
              <a:p>
                <a:r>
                  <a:rPr lang="en-US">
                    <a:noFill/>
                  </a:rPr>
                  <a:t> </a:t>
                </a:r>
              </a:p>
            </p:txBody>
          </p:sp>
        </mc:Fallback>
      </mc:AlternateContent>
    </p:spTree>
    <p:extLst>
      <p:ext uri="{BB962C8B-B14F-4D97-AF65-F5344CB8AC3E}">
        <p14:creationId xmlns:p14="http://schemas.microsoft.com/office/powerpoint/2010/main" val="311450419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A7006691-2D7E-A455-D36B-9DE8CD73B10F}"/>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9F65A415-C601-C2B1-4CEB-CB57BADF1C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065C6DD-0DF9-67D0-23B5-B76438C5C9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7FDD5C67-EC55-598F-145D-DE7AF0D624B2}"/>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22</a:t>
            </a:fld>
            <a:endParaRPr lang="da-DK" noProof="0"/>
          </a:p>
        </p:txBody>
      </p:sp>
      <p:sp>
        <p:nvSpPr>
          <p:cNvPr id="9" name="TextBox 8">
            <a:extLst>
              <a:ext uri="{FF2B5EF4-FFF2-40B4-BE49-F238E27FC236}">
                <a16:creationId xmlns:a16="http://schemas.microsoft.com/office/drawing/2014/main" id="{D2193141-1134-A66D-8836-BF0D60F3B9F2}"/>
              </a:ext>
            </a:extLst>
          </p:cNvPr>
          <p:cNvSpPr txBox="1"/>
          <p:nvPr/>
        </p:nvSpPr>
        <p:spPr>
          <a:xfrm>
            <a:off x="5152515" y="95750"/>
            <a:ext cx="1577355" cy="553998"/>
          </a:xfrm>
          <a:prstGeom prst="rect">
            <a:avLst/>
          </a:prstGeom>
          <a:noFill/>
        </p:spPr>
        <p:txBody>
          <a:bodyPr wrap="none" lIns="0" tIns="0" rIns="0" bIns="0" rtlCol="0">
            <a:spAutoFit/>
          </a:bodyPr>
          <a:lstStyle/>
          <a:p>
            <a:r>
              <a:rPr lang="da-DK" sz="3600" b="1" noProof="0">
                <a:solidFill>
                  <a:srgbClr val="C00000"/>
                </a:solidFill>
                <a:latin typeface="Latin Modern Math" panose="02000503000000000000" pitchFamily="50" charset="0"/>
                <a:ea typeface="Latin Modern Math" panose="02000503000000000000" pitchFamily="50" charset="0"/>
              </a:rPr>
              <a:t>Metode</a:t>
            </a:r>
          </a:p>
        </p:txBody>
      </p:sp>
      <p:sp>
        <p:nvSpPr>
          <p:cNvPr id="3" name="Isosceles Triangle 2">
            <a:extLst>
              <a:ext uri="{FF2B5EF4-FFF2-40B4-BE49-F238E27FC236}">
                <a16:creationId xmlns:a16="http://schemas.microsoft.com/office/drawing/2014/main" id="{1AA96338-4C94-95C3-B296-1DDFD2FB4548}"/>
              </a:ext>
            </a:extLst>
          </p:cNvPr>
          <p:cNvSpPr/>
          <p:nvPr/>
        </p:nvSpPr>
        <p:spPr>
          <a:xfrm>
            <a:off x="2762991" y="1194253"/>
            <a:ext cx="6234837" cy="5051734"/>
          </a:xfrm>
          <a:prstGeom prst="triangle">
            <a:avLst>
              <a:gd name="adj" fmla="val 50615"/>
            </a:avLst>
          </a:prstGeom>
          <a:noFill/>
          <a:ln w="57150">
            <a:solidFill>
              <a:srgbClr val="C511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7" name="TextBox 6">
            <a:extLst>
              <a:ext uri="{FF2B5EF4-FFF2-40B4-BE49-F238E27FC236}">
                <a16:creationId xmlns:a16="http://schemas.microsoft.com/office/drawing/2014/main" id="{7ABCB0EC-EBB6-989D-36F3-C9B6C30E58BC}"/>
              </a:ext>
            </a:extLst>
          </p:cNvPr>
          <p:cNvSpPr txBox="1"/>
          <p:nvPr/>
        </p:nvSpPr>
        <p:spPr>
          <a:xfrm>
            <a:off x="1862104" y="6327787"/>
            <a:ext cx="2444720" cy="430887"/>
          </a:xfrm>
          <a:prstGeom prst="rect">
            <a:avLst/>
          </a:prstGeom>
          <a:noFill/>
        </p:spPr>
        <p:txBody>
          <a:bodyPr wrap="square" lIns="0" tIns="0" rIns="0" bIns="0" rtlCol="0">
            <a:spAutoFit/>
          </a:bodyPr>
          <a:lstStyle/>
          <a:p>
            <a:r>
              <a:rPr lang="en-US" sz="2800" b="1" noProof="0" err="1">
                <a:solidFill>
                  <a:srgbClr val="7030A0"/>
                </a:solidFill>
                <a:latin typeface="Latin Modern Math" panose="02000503000000000000" pitchFamily="50" charset="0"/>
                <a:ea typeface="Latin Modern Math" panose="02000503000000000000" pitchFamily="50" charset="0"/>
              </a:rPr>
              <a:t>Matematik</a:t>
            </a:r>
            <a:r>
              <a:rPr lang="en-US" sz="2800" b="1" noProof="0">
                <a:solidFill>
                  <a:srgbClr val="7030A0"/>
                </a:solidFill>
                <a:latin typeface="Latin Modern Math" panose="02000503000000000000" pitchFamily="50" charset="0"/>
                <a:ea typeface="Latin Modern Math" panose="02000503000000000000" pitchFamily="50" charset="0"/>
              </a:rPr>
              <a:t> A</a:t>
            </a:r>
            <a:endParaRPr lang="da-DK" sz="2800" b="1" noProof="0">
              <a:solidFill>
                <a:srgbClr val="7030A0"/>
              </a:solidFill>
              <a:latin typeface="Latin Modern Math" panose="02000503000000000000" pitchFamily="50" charset="0"/>
              <a:ea typeface="Latin Modern Math" panose="02000503000000000000" pitchFamily="50" charset="0"/>
            </a:endParaRPr>
          </a:p>
        </p:txBody>
      </p:sp>
      <p:sp>
        <p:nvSpPr>
          <p:cNvPr id="11" name="TextBox 10">
            <a:extLst>
              <a:ext uri="{FF2B5EF4-FFF2-40B4-BE49-F238E27FC236}">
                <a16:creationId xmlns:a16="http://schemas.microsoft.com/office/drawing/2014/main" id="{35D97AA9-44DA-8B41-2D55-17CFC20CFF50}"/>
              </a:ext>
            </a:extLst>
          </p:cNvPr>
          <p:cNvSpPr txBox="1"/>
          <p:nvPr/>
        </p:nvSpPr>
        <p:spPr>
          <a:xfrm>
            <a:off x="8297744" y="6327787"/>
            <a:ext cx="1312600" cy="430887"/>
          </a:xfrm>
          <a:prstGeom prst="rect">
            <a:avLst/>
          </a:prstGeom>
          <a:noFill/>
        </p:spPr>
        <p:txBody>
          <a:bodyPr wrap="square" lIns="0" tIns="0" rIns="0" bIns="0" rtlCol="0">
            <a:spAutoFit/>
          </a:bodyPr>
          <a:lstStyle/>
          <a:p>
            <a:r>
              <a:rPr lang="en-US" sz="2800" b="1" noProof="0" err="1">
                <a:solidFill>
                  <a:schemeClr val="accent6">
                    <a:lumMod val="75000"/>
                  </a:schemeClr>
                </a:solidFill>
                <a:latin typeface="Latin Modern Math" panose="02000503000000000000" pitchFamily="50" charset="0"/>
                <a:ea typeface="Latin Modern Math" panose="02000503000000000000" pitchFamily="50" charset="0"/>
              </a:rPr>
              <a:t>Fysik</a:t>
            </a:r>
            <a:r>
              <a:rPr lang="en-US" sz="2800" b="1" noProof="0">
                <a:solidFill>
                  <a:schemeClr val="accent6">
                    <a:lumMod val="75000"/>
                  </a:schemeClr>
                </a:solidFill>
                <a:latin typeface="Latin Modern Math" panose="02000503000000000000" pitchFamily="50" charset="0"/>
                <a:ea typeface="Latin Modern Math" panose="02000503000000000000" pitchFamily="50" charset="0"/>
              </a:rPr>
              <a:t> A</a:t>
            </a:r>
            <a:endParaRPr lang="da-DK" sz="2800" b="1" noProof="0">
              <a:solidFill>
                <a:schemeClr val="accent6">
                  <a:lumMod val="75000"/>
                </a:schemeClr>
              </a:solidFill>
              <a:latin typeface="Latin Modern Math" panose="02000503000000000000" pitchFamily="50" charset="0"/>
              <a:ea typeface="Latin Modern Math" panose="02000503000000000000" pitchFamily="50" charset="0"/>
            </a:endParaRPr>
          </a:p>
        </p:txBody>
      </p:sp>
      <p:sp>
        <p:nvSpPr>
          <p:cNvPr id="12" name="TextBox 11">
            <a:extLst>
              <a:ext uri="{FF2B5EF4-FFF2-40B4-BE49-F238E27FC236}">
                <a16:creationId xmlns:a16="http://schemas.microsoft.com/office/drawing/2014/main" id="{26539E3F-C919-E603-F833-912BAB8AE3C2}"/>
              </a:ext>
            </a:extLst>
          </p:cNvPr>
          <p:cNvSpPr txBox="1"/>
          <p:nvPr/>
        </p:nvSpPr>
        <p:spPr>
          <a:xfrm>
            <a:off x="5592852" y="900740"/>
            <a:ext cx="757864" cy="430887"/>
          </a:xfrm>
          <a:prstGeom prst="rect">
            <a:avLst/>
          </a:prstGeom>
          <a:noFill/>
        </p:spPr>
        <p:txBody>
          <a:bodyPr wrap="square" lIns="0" tIns="0" rIns="0" bIns="0" rtlCol="0">
            <a:spAutoFit/>
          </a:bodyPr>
          <a:lstStyle/>
          <a:p>
            <a:r>
              <a:rPr lang="en-US" sz="2800" b="1">
                <a:latin typeface="Latin Modern Math" panose="02000503000000000000" pitchFamily="50" charset="0"/>
                <a:ea typeface="Latin Modern Math" panose="02000503000000000000" pitchFamily="50" charset="0"/>
              </a:rPr>
              <a:t>SOP</a:t>
            </a:r>
            <a:endParaRPr lang="da-DK" sz="2800" b="1" noProof="0">
              <a:latin typeface="Latin Modern Math" panose="02000503000000000000" pitchFamily="50" charset="0"/>
              <a:ea typeface="Latin Modern Math" panose="02000503000000000000" pitchFamily="50" charset="0"/>
            </a:endParaRPr>
          </a:p>
        </p:txBody>
      </p:sp>
      <p:sp>
        <p:nvSpPr>
          <p:cNvPr id="14" name="TextBox 13">
            <a:extLst>
              <a:ext uri="{FF2B5EF4-FFF2-40B4-BE49-F238E27FC236}">
                <a16:creationId xmlns:a16="http://schemas.microsoft.com/office/drawing/2014/main" id="{AFD8E18F-AD8C-5EEE-349B-8B6580B4CF26}"/>
              </a:ext>
            </a:extLst>
          </p:cNvPr>
          <p:cNvSpPr txBox="1"/>
          <p:nvPr/>
        </p:nvSpPr>
        <p:spPr>
          <a:xfrm>
            <a:off x="3496152" y="5313593"/>
            <a:ext cx="1787293" cy="307777"/>
          </a:xfrm>
          <a:prstGeom prst="rect">
            <a:avLst/>
          </a:prstGeom>
          <a:noFill/>
        </p:spPr>
        <p:txBody>
          <a:bodyPr wrap="square" lIns="0" tIns="0" rIns="0" bIns="0" rtlCol="0">
            <a:spAutoFit/>
          </a:bodyPr>
          <a:lstStyle/>
          <a:p>
            <a:r>
              <a:rPr lang="en-US" sz="2000" noProof="0" err="1">
                <a:solidFill>
                  <a:srgbClr val="7030A0"/>
                </a:solidFill>
                <a:latin typeface="Latin Modern Math" panose="02000503000000000000" pitchFamily="50" charset="0"/>
                <a:ea typeface="Latin Modern Math" panose="02000503000000000000" pitchFamily="50" charset="0"/>
              </a:rPr>
              <a:t>Lineær</a:t>
            </a:r>
            <a:r>
              <a:rPr lang="en-US" sz="2000" noProof="0">
                <a:solidFill>
                  <a:srgbClr val="7030A0"/>
                </a:solidFill>
                <a:latin typeface="Latin Modern Math" panose="02000503000000000000" pitchFamily="50" charset="0"/>
                <a:ea typeface="Latin Modern Math" panose="02000503000000000000" pitchFamily="50" charset="0"/>
              </a:rPr>
              <a:t> Algebra</a:t>
            </a:r>
            <a:endParaRPr lang="da-DK" sz="2000" noProof="0">
              <a:solidFill>
                <a:srgbClr val="7030A0"/>
              </a:solidFill>
              <a:latin typeface="Latin Modern Math" panose="02000503000000000000" pitchFamily="50" charset="0"/>
              <a:ea typeface="Latin Modern Math" panose="02000503000000000000" pitchFamily="50" charset="0"/>
            </a:endParaRPr>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691176A-CF90-E625-158B-874052FF06FC}"/>
                  </a:ext>
                </a:extLst>
              </p:cNvPr>
              <p:cNvSpPr txBox="1"/>
              <p:nvPr/>
            </p:nvSpPr>
            <p:spPr>
              <a:xfrm>
                <a:off x="3876061" y="4157149"/>
                <a:ext cx="1579089"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600" i="1" noProof="0" smtClean="0">
                          <a:solidFill>
                            <a:srgbClr val="7030A0"/>
                          </a:solidFill>
                          <a:latin typeface="Cambria Math" panose="02040503050406030204" pitchFamily="18" charset="0"/>
                          <a:ea typeface="Cambria Math" panose="02040503050406030204" pitchFamily="18" charset="0"/>
                        </a:rPr>
                        <m:t>⨂</m:t>
                      </m:r>
                    </m:oMath>
                  </m:oMathPara>
                </a14:m>
                <a:endParaRPr lang="da-DK" sz="2800" noProof="0">
                  <a:solidFill>
                    <a:srgbClr val="7030A0"/>
                  </a:solidFill>
                  <a:latin typeface="Latin Modern Math" panose="02000503000000000000" pitchFamily="50" charset="0"/>
                  <a:ea typeface="Latin Modern Math" panose="02000503000000000000" pitchFamily="50" charset="0"/>
                </a:endParaRPr>
              </a:p>
            </p:txBody>
          </p:sp>
        </mc:Choice>
        <mc:Fallback>
          <p:sp>
            <p:nvSpPr>
              <p:cNvPr id="16" name="TextBox 15">
                <a:extLst>
                  <a:ext uri="{FF2B5EF4-FFF2-40B4-BE49-F238E27FC236}">
                    <a16:creationId xmlns:a16="http://schemas.microsoft.com/office/drawing/2014/main" id="{B691176A-CF90-E625-158B-874052FF06FC}"/>
                  </a:ext>
                </a:extLst>
              </p:cNvPr>
              <p:cNvSpPr txBox="1">
                <a:spLocks noRot="1" noChangeAspect="1" noMove="1" noResize="1" noEditPoints="1" noAdjustHandles="1" noChangeArrowheads="1" noChangeShapeType="1" noTextEdit="1"/>
              </p:cNvSpPr>
              <p:nvPr/>
            </p:nvSpPr>
            <p:spPr>
              <a:xfrm>
                <a:off x="3876061" y="4157149"/>
                <a:ext cx="1579089" cy="553998"/>
              </a:xfrm>
              <a:prstGeom prst="rect">
                <a:avLst/>
              </a:prstGeom>
              <a:blipFill>
                <a:blip r:embed="rId5"/>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D27C0A7A-212D-F459-BA24-4870EB5D80E0}"/>
              </a:ext>
            </a:extLst>
          </p:cNvPr>
          <p:cNvSpPr txBox="1"/>
          <p:nvPr/>
        </p:nvSpPr>
        <p:spPr>
          <a:xfrm>
            <a:off x="3153136" y="5616632"/>
            <a:ext cx="2629096" cy="307777"/>
          </a:xfrm>
          <a:prstGeom prst="rect">
            <a:avLst/>
          </a:prstGeom>
          <a:noFill/>
        </p:spPr>
        <p:txBody>
          <a:bodyPr wrap="square" lIns="0" tIns="0" rIns="0" bIns="0" rtlCol="0">
            <a:spAutoFit/>
          </a:bodyPr>
          <a:lstStyle/>
          <a:p>
            <a:r>
              <a:rPr lang="en-US" sz="2000" noProof="0">
                <a:solidFill>
                  <a:srgbClr val="7030A0"/>
                </a:solidFill>
                <a:latin typeface="Latin Modern Math" panose="02000503000000000000" pitchFamily="50" charset="0"/>
                <a:ea typeface="Latin Modern Math" panose="02000503000000000000" pitchFamily="50" charset="0"/>
              </a:rPr>
              <a:t>Matrice </a:t>
            </a:r>
            <a:r>
              <a:rPr lang="en-US" sz="2000" noProof="0" err="1">
                <a:solidFill>
                  <a:srgbClr val="7030A0"/>
                </a:solidFill>
                <a:latin typeface="Latin Modern Math" panose="02000503000000000000" pitchFamily="50" charset="0"/>
                <a:ea typeface="Latin Modern Math" panose="02000503000000000000" pitchFamily="50" charset="0"/>
              </a:rPr>
              <a:t>transponering</a:t>
            </a:r>
            <a:endParaRPr lang="da-DK" sz="2000" noProof="0">
              <a:solidFill>
                <a:srgbClr val="7030A0"/>
              </a:solidFill>
              <a:latin typeface="Latin Modern Math" panose="02000503000000000000" pitchFamily="50" charset="0"/>
              <a:ea typeface="Latin Modern Math" panose="02000503000000000000" pitchFamily="50" charset="0"/>
            </a:endParaRPr>
          </a:p>
        </p:txBody>
      </p:sp>
      <p:sp>
        <p:nvSpPr>
          <p:cNvPr id="18" name="TextBox 17">
            <a:extLst>
              <a:ext uri="{FF2B5EF4-FFF2-40B4-BE49-F238E27FC236}">
                <a16:creationId xmlns:a16="http://schemas.microsoft.com/office/drawing/2014/main" id="{7E768073-A194-DEEA-0283-96278F339EEB}"/>
              </a:ext>
            </a:extLst>
          </p:cNvPr>
          <p:cNvSpPr txBox="1"/>
          <p:nvPr/>
        </p:nvSpPr>
        <p:spPr>
          <a:xfrm>
            <a:off x="3033966" y="5893388"/>
            <a:ext cx="2760959" cy="307777"/>
          </a:xfrm>
          <a:prstGeom prst="rect">
            <a:avLst/>
          </a:prstGeom>
          <a:noFill/>
        </p:spPr>
        <p:txBody>
          <a:bodyPr wrap="square" lIns="0" tIns="0" rIns="0" bIns="0" rtlCol="0">
            <a:spAutoFit/>
          </a:bodyPr>
          <a:lstStyle/>
          <a:p>
            <a:r>
              <a:rPr lang="en-US" sz="2000" noProof="0" err="1">
                <a:solidFill>
                  <a:srgbClr val="7030A0"/>
                </a:solidFill>
                <a:latin typeface="Latin Modern Math" panose="02000503000000000000" pitchFamily="50" charset="0"/>
                <a:ea typeface="Latin Modern Math" panose="02000503000000000000" pitchFamily="50" charset="0"/>
              </a:rPr>
              <a:t>Kompleks</a:t>
            </a:r>
            <a:r>
              <a:rPr lang="en-US" sz="2000" noProof="0">
                <a:solidFill>
                  <a:srgbClr val="7030A0"/>
                </a:solidFill>
                <a:latin typeface="Latin Modern Math" panose="02000503000000000000" pitchFamily="50" charset="0"/>
                <a:ea typeface="Latin Modern Math" panose="02000503000000000000" pitchFamily="50" charset="0"/>
              </a:rPr>
              <a:t> </a:t>
            </a:r>
            <a:r>
              <a:rPr lang="en-US" sz="2000" noProof="0" err="1">
                <a:solidFill>
                  <a:srgbClr val="7030A0"/>
                </a:solidFill>
                <a:latin typeface="Latin Modern Math" panose="02000503000000000000" pitchFamily="50" charset="0"/>
                <a:ea typeface="Latin Modern Math" panose="02000503000000000000" pitchFamily="50" charset="0"/>
              </a:rPr>
              <a:t>Konjugering</a:t>
            </a:r>
            <a:endParaRPr lang="da-DK" sz="2000" noProof="0">
              <a:solidFill>
                <a:srgbClr val="7030A0"/>
              </a:solidFill>
              <a:latin typeface="Latin Modern Math" panose="02000503000000000000" pitchFamily="50" charset="0"/>
              <a:ea typeface="Latin Modern Math" panose="02000503000000000000" pitchFamily="50" charset="0"/>
            </a:endParaRPr>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08941243-E920-91B2-6163-395ED091370F}"/>
                  </a:ext>
                </a:extLst>
              </p:cNvPr>
              <p:cNvSpPr txBox="1"/>
              <p:nvPr/>
            </p:nvSpPr>
            <p:spPr>
              <a:xfrm>
                <a:off x="5065037" y="4478182"/>
                <a:ext cx="498745" cy="9687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undOvr"/>
                          <m:subHide m:val="on"/>
                          <m:supHide m:val="on"/>
                          <m:ctrlPr>
                            <a:rPr lang="da-DK" sz="2400" i="1" noProof="0" smtClean="0">
                              <a:solidFill>
                                <a:srgbClr val="7030A0"/>
                              </a:solidFill>
                              <a:latin typeface="Cambria Math" panose="02040503050406030204" pitchFamily="18" charset="0"/>
                              <a:ea typeface="Latin Modern Math" panose="02000503000000000000" pitchFamily="50" charset="0"/>
                            </a:rPr>
                          </m:ctrlPr>
                        </m:naryPr>
                        <m:sub/>
                        <m:sup/>
                        <m:e>
                          <m:r>
                            <a:rPr lang="en-US" sz="2400" b="0" i="1" noProof="0" smtClean="0">
                              <a:solidFill>
                                <a:srgbClr val="7030A0"/>
                              </a:solidFill>
                              <a:latin typeface="Cambria Math" panose="02040503050406030204" pitchFamily="18" charset="0"/>
                              <a:ea typeface="Latin Modern Math" panose="02000503000000000000" pitchFamily="50" charset="0"/>
                            </a:rPr>
                            <m:t> </m:t>
                          </m:r>
                        </m:e>
                      </m:nary>
                    </m:oMath>
                  </m:oMathPara>
                </a14:m>
                <a:endParaRPr lang="da-DK" noProof="0">
                  <a:solidFill>
                    <a:srgbClr val="7030A0"/>
                  </a:solidFill>
                  <a:latin typeface="Latin Modern Math" panose="02000503000000000000" pitchFamily="50" charset="0"/>
                  <a:ea typeface="Latin Modern Math" panose="02000503000000000000" pitchFamily="50" charset="0"/>
                </a:endParaRPr>
              </a:p>
            </p:txBody>
          </p:sp>
        </mc:Choice>
        <mc:Fallback>
          <p:sp>
            <p:nvSpPr>
              <p:cNvPr id="19" name="TextBox 18">
                <a:extLst>
                  <a:ext uri="{FF2B5EF4-FFF2-40B4-BE49-F238E27FC236}">
                    <a16:creationId xmlns:a16="http://schemas.microsoft.com/office/drawing/2014/main" id="{08941243-E920-91B2-6163-395ED091370F}"/>
                  </a:ext>
                </a:extLst>
              </p:cNvPr>
              <p:cNvSpPr txBox="1">
                <a:spLocks noRot="1" noChangeAspect="1" noMove="1" noResize="1" noEditPoints="1" noAdjustHandles="1" noChangeArrowheads="1" noChangeShapeType="1" noTextEdit="1"/>
              </p:cNvSpPr>
              <p:nvPr/>
            </p:nvSpPr>
            <p:spPr>
              <a:xfrm>
                <a:off x="5065037" y="4478182"/>
                <a:ext cx="498745" cy="96872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2A47C19A-A493-7492-C13F-23D2CDB277FC}"/>
                  </a:ext>
                </a:extLst>
              </p:cNvPr>
              <p:cNvSpPr txBox="1"/>
              <p:nvPr/>
            </p:nvSpPr>
            <p:spPr>
              <a:xfrm>
                <a:off x="3915701" y="4259180"/>
                <a:ext cx="498745" cy="67076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bHide m:val="on"/>
                          <m:supHide m:val="on"/>
                          <m:ctrlPr>
                            <a:rPr lang="da-DK" i="1" noProof="0" smtClean="0">
                              <a:solidFill>
                                <a:srgbClr val="7030A0"/>
                              </a:solidFill>
                              <a:latin typeface="Cambria Math" panose="02040503050406030204" pitchFamily="18" charset="0"/>
                              <a:ea typeface="Latin Modern Math" panose="02000503000000000000" pitchFamily="50" charset="0"/>
                            </a:rPr>
                          </m:ctrlPr>
                        </m:naryPr>
                        <m:sub/>
                        <m:sup/>
                        <m:e>
                          <m:r>
                            <a:rPr lang="en-US" b="0" i="1" noProof="0" smtClean="0">
                              <a:solidFill>
                                <a:srgbClr val="7030A0"/>
                              </a:solidFill>
                              <a:latin typeface="Cambria Math" panose="02040503050406030204" pitchFamily="18" charset="0"/>
                              <a:ea typeface="Latin Modern Math" panose="02000503000000000000" pitchFamily="50" charset="0"/>
                            </a:rPr>
                            <m:t> </m:t>
                          </m:r>
                        </m:e>
                      </m:nary>
                    </m:oMath>
                  </m:oMathPara>
                </a14:m>
                <a:endParaRPr lang="da-DK" noProof="0">
                  <a:solidFill>
                    <a:srgbClr val="7030A0"/>
                  </a:solidFill>
                  <a:latin typeface="Latin Modern Math" panose="02000503000000000000" pitchFamily="50" charset="0"/>
                  <a:ea typeface="Latin Modern Math" panose="02000503000000000000" pitchFamily="50" charset="0"/>
                </a:endParaRPr>
              </a:p>
            </p:txBody>
          </p:sp>
        </mc:Choice>
        <mc:Fallback>
          <p:sp>
            <p:nvSpPr>
              <p:cNvPr id="20" name="TextBox 19">
                <a:extLst>
                  <a:ext uri="{FF2B5EF4-FFF2-40B4-BE49-F238E27FC236}">
                    <a16:creationId xmlns:a16="http://schemas.microsoft.com/office/drawing/2014/main" id="{2A47C19A-A493-7492-C13F-23D2CDB277FC}"/>
                  </a:ext>
                </a:extLst>
              </p:cNvPr>
              <p:cNvSpPr txBox="1">
                <a:spLocks noRot="1" noChangeAspect="1" noMove="1" noResize="1" noEditPoints="1" noAdjustHandles="1" noChangeArrowheads="1" noChangeShapeType="1" noTextEdit="1"/>
              </p:cNvSpPr>
              <p:nvPr/>
            </p:nvSpPr>
            <p:spPr>
              <a:xfrm>
                <a:off x="3915701" y="4259180"/>
                <a:ext cx="498745" cy="67076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9B7C2F50-ABF0-6583-2BE1-A82064A895E6}"/>
                  </a:ext>
                </a:extLst>
              </p:cNvPr>
              <p:cNvSpPr txBox="1"/>
              <p:nvPr/>
            </p:nvSpPr>
            <p:spPr>
              <a:xfrm>
                <a:off x="3724577" y="4947117"/>
                <a:ext cx="498745" cy="4924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da-DK" sz="3200" i="1" noProof="0" smtClean="0">
                          <a:solidFill>
                            <a:srgbClr val="7030A0"/>
                          </a:solidFill>
                          <a:latin typeface="Cambria Math" panose="02040503050406030204" pitchFamily="18" charset="0"/>
                          <a:ea typeface="Cambria Math" panose="02040503050406030204" pitchFamily="18" charset="0"/>
                        </a:rPr>
                        <m:t>ℂ</m:t>
                      </m:r>
                    </m:oMath>
                  </m:oMathPara>
                </a14:m>
                <a:endParaRPr lang="da-DK" sz="2800" noProof="0">
                  <a:solidFill>
                    <a:srgbClr val="7030A0"/>
                  </a:solidFill>
                  <a:latin typeface="Latin Modern Math" panose="02000503000000000000" pitchFamily="50" charset="0"/>
                  <a:ea typeface="Latin Modern Math" panose="02000503000000000000" pitchFamily="50" charset="0"/>
                </a:endParaRPr>
              </a:p>
            </p:txBody>
          </p:sp>
        </mc:Choice>
        <mc:Fallback>
          <p:sp>
            <p:nvSpPr>
              <p:cNvPr id="21" name="TextBox 20">
                <a:extLst>
                  <a:ext uri="{FF2B5EF4-FFF2-40B4-BE49-F238E27FC236}">
                    <a16:creationId xmlns:a16="http://schemas.microsoft.com/office/drawing/2014/main" id="{9B7C2F50-ABF0-6583-2BE1-A82064A895E6}"/>
                  </a:ext>
                </a:extLst>
              </p:cNvPr>
              <p:cNvSpPr txBox="1">
                <a:spLocks noRot="1" noChangeAspect="1" noMove="1" noResize="1" noEditPoints="1" noAdjustHandles="1" noChangeArrowheads="1" noChangeShapeType="1" noTextEdit="1"/>
              </p:cNvSpPr>
              <p:nvPr/>
            </p:nvSpPr>
            <p:spPr>
              <a:xfrm>
                <a:off x="3724577" y="4947117"/>
                <a:ext cx="498745" cy="49244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388B27FB-4C54-A8D8-630B-3BE4F591A04C}"/>
                  </a:ext>
                </a:extLst>
              </p:cNvPr>
              <p:cNvSpPr txBox="1"/>
              <p:nvPr/>
            </p:nvSpPr>
            <p:spPr>
              <a:xfrm>
                <a:off x="4223322" y="4714497"/>
                <a:ext cx="982133"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da-DK" sz="2800" i="1" noProof="0" smtClean="0">
                              <a:solidFill>
                                <a:srgbClr val="7030A0"/>
                              </a:solidFill>
                              <a:latin typeface="Cambria Math" panose="02040503050406030204" pitchFamily="18" charset="0"/>
                              <a:ea typeface="Latin Modern Math" panose="02000503000000000000" pitchFamily="50" charset="0"/>
                            </a:rPr>
                          </m:ctrlPr>
                        </m:dPr>
                        <m:e>
                          <m:r>
                            <a:rPr lang="en-US" sz="2800" b="0" i="1" noProof="0" smtClean="0">
                              <a:solidFill>
                                <a:srgbClr val="7030A0"/>
                              </a:solidFill>
                              <a:latin typeface="Cambria Math" panose="02040503050406030204" pitchFamily="18" charset="0"/>
                              <a:ea typeface="Latin Modern Math" panose="02000503000000000000" pitchFamily="50" charset="0"/>
                            </a:rPr>
                            <m:t>𝑣</m:t>
                          </m:r>
                          <m:r>
                            <a:rPr lang="en-US" sz="2800" b="0" i="1" noProof="0" smtClean="0">
                              <a:solidFill>
                                <a:srgbClr val="7030A0"/>
                              </a:solidFill>
                              <a:latin typeface="Cambria Math" panose="02040503050406030204" pitchFamily="18" charset="0"/>
                              <a:ea typeface="Latin Modern Math" panose="02000503000000000000" pitchFamily="50" charset="0"/>
                            </a:rPr>
                            <m:t>|</m:t>
                          </m:r>
                          <m:d>
                            <m:dPr>
                              <m:begChr m:val=""/>
                              <m:endChr m:val="⟩"/>
                              <m:ctrlPr>
                                <a:rPr lang="en-US" sz="2800" b="0" i="1" noProof="0" smtClean="0">
                                  <a:solidFill>
                                    <a:srgbClr val="7030A0"/>
                                  </a:solidFill>
                                  <a:latin typeface="Cambria Math" panose="02040503050406030204" pitchFamily="18" charset="0"/>
                                  <a:ea typeface="Latin Modern Math" panose="02000503000000000000" pitchFamily="50" charset="0"/>
                                </a:rPr>
                              </m:ctrlPr>
                            </m:dPr>
                            <m:e>
                              <m:r>
                                <a:rPr lang="en-US" sz="2800" b="0" i="1" noProof="0" smtClean="0">
                                  <a:solidFill>
                                    <a:srgbClr val="7030A0"/>
                                  </a:solidFill>
                                  <a:latin typeface="Cambria Math" panose="02040503050406030204" pitchFamily="18" charset="0"/>
                                  <a:ea typeface="Latin Modern Math" panose="02000503000000000000" pitchFamily="50" charset="0"/>
                                </a:rPr>
                                <m:t>𝑢</m:t>
                              </m:r>
                            </m:e>
                          </m:d>
                        </m:e>
                      </m:d>
                    </m:oMath>
                  </m:oMathPara>
                </a14:m>
                <a:endParaRPr lang="da-DK" sz="2800" noProof="0">
                  <a:solidFill>
                    <a:srgbClr val="7030A0"/>
                  </a:solidFill>
                  <a:latin typeface="Latin Modern Math" panose="02000503000000000000" pitchFamily="50" charset="0"/>
                  <a:ea typeface="Latin Modern Math" panose="02000503000000000000" pitchFamily="50" charset="0"/>
                </a:endParaRPr>
              </a:p>
            </p:txBody>
          </p:sp>
        </mc:Choice>
        <mc:Fallback>
          <p:sp>
            <p:nvSpPr>
              <p:cNvPr id="22" name="TextBox 21">
                <a:extLst>
                  <a:ext uri="{FF2B5EF4-FFF2-40B4-BE49-F238E27FC236}">
                    <a16:creationId xmlns:a16="http://schemas.microsoft.com/office/drawing/2014/main" id="{388B27FB-4C54-A8D8-630B-3BE4F591A04C}"/>
                  </a:ext>
                </a:extLst>
              </p:cNvPr>
              <p:cNvSpPr txBox="1">
                <a:spLocks noRot="1" noChangeAspect="1" noMove="1" noResize="1" noEditPoints="1" noAdjustHandles="1" noChangeArrowheads="1" noChangeShapeType="1" noTextEdit="1"/>
              </p:cNvSpPr>
              <p:nvPr/>
            </p:nvSpPr>
            <p:spPr>
              <a:xfrm>
                <a:off x="4223322" y="4714497"/>
                <a:ext cx="982133" cy="430887"/>
              </a:xfrm>
              <a:prstGeom prst="rect">
                <a:avLst/>
              </a:prstGeom>
              <a:blipFill>
                <a:blip r:embed="rId9"/>
                <a:stretch>
                  <a:fillRect/>
                </a:stretch>
              </a:blipFill>
            </p:spPr>
            <p:txBody>
              <a:bodyPr/>
              <a:lstStyle/>
              <a:p>
                <a:r>
                  <a:rPr lang="en-US">
                    <a:noFill/>
                  </a:rPr>
                  <a:t> </a:t>
                </a:r>
              </a:p>
            </p:txBody>
          </p:sp>
        </mc:Fallback>
      </mc:AlternateContent>
      <p:sp>
        <p:nvSpPr>
          <p:cNvPr id="24" name="TextBox 23">
            <a:extLst>
              <a:ext uri="{FF2B5EF4-FFF2-40B4-BE49-F238E27FC236}">
                <a16:creationId xmlns:a16="http://schemas.microsoft.com/office/drawing/2014/main" id="{4AF5D6AF-E490-6220-59AB-ACE86FCE0E40}"/>
              </a:ext>
            </a:extLst>
          </p:cNvPr>
          <p:cNvSpPr txBox="1"/>
          <p:nvPr/>
        </p:nvSpPr>
        <p:spPr>
          <a:xfrm>
            <a:off x="6760125" y="5570691"/>
            <a:ext cx="2185530" cy="369332"/>
          </a:xfrm>
          <a:prstGeom prst="rect">
            <a:avLst/>
          </a:prstGeom>
          <a:noFill/>
        </p:spPr>
        <p:txBody>
          <a:bodyPr wrap="square" lIns="0" tIns="0" rIns="0" bIns="0" rtlCol="0">
            <a:spAutoFit/>
          </a:bodyPr>
          <a:lstStyle/>
          <a:p>
            <a:r>
              <a:rPr lang="en-US" sz="2400" noProof="0">
                <a:solidFill>
                  <a:schemeClr val="accent6">
                    <a:lumMod val="75000"/>
                  </a:schemeClr>
                </a:solidFill>
                <a:latin typeface="Latin Modern Math" panose="02000503000000000000" pitchFamily="50" charset="0"/>
                <a:ea typeface="Latin Modern Math" panose="02000503000000000000" pitchFamily="50" charset="0"/>
              </a:rPr>
              <a:t>Bells </a:t>
            </a:r>
            <a:r>
              <a:rPr lang="en-US" sz="2400" noProof="0" err="1">
                <a:solidFill>
                  <a:schemeClr val="accent6">
                    <a:lumMod val="75000"/>
                  </a:schemeClr>
                </a:solidFill>
                <a:latin typeface="Latin Modern Math" panose="02000503000000000000" pitchFamily="50" charset="0"/>
                <a:ea typeface="Latin Modern Math" panose="02000503000000000000" pitchFamily="50" charset="0"/>
              </a:rPr>
              <a:t>Ulighed</a:t>
            </a:r>
            <a:endParaRPr lang="da-DK" sz="2400" noProof="0">
              <a:solidFill>
                <a:schemeClr val="accent6">
                  <a:lumMod val="75000"/>
                </a:schemeClr>
              </a:solidFill>
              <a:latin typeface="Latin Modern Math" panose="02000503000000000000" pitchFamily="50" charset="0"/>
              <a:ea typeface="Latin Modern Math" panose="02000503000000000000" pitchFamily="50" charset="0"/>
            </a:endParaRPr>
          </a:p>
        </p:txBody>
      </p:sp>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4542076-6855-C865-641A-763137FD0EE9}"/>
                  </a:ext>
                </a:extLst>
              </p:cNvPr>
              <p:cNvSpPr txBox="1"/>
              <p:nvPr/>
            </p:nvSpPr>
            <p:spPr>
              <a:xfrm>
                <a:off x="5594228" y="5668489"/>
                <a:ext cx="3403600" cy="60099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da-DK" sz="1600" b="0" i="1" noProof="0" smtClean="0">
                              <a:solidFill>
                                <a:schemeClr val="accent6">
                                  <a:lumMod val="75000"/>
                                </a:schemeClr>
                              </a:solidFill>
                              <a:latin typeface="Cambria Math" panose="02040503050406030204" pitchFamily="18" charset="0"/>
                            </a:rPr>
                          </m:ctrlPr>
                        </m:dPr>
                        <m:e>
                          <m:r>
                            <a:rPr lang="da-DK" sz="1600" b="0" i="1" noProof="0" smtClean="0">
                              <a:solidFill>
                                <a:schemeClr val="accent6">
                                  <a:lumMod val="75000"/>
                                </a:schemeClr>
                              </a:solidFill>
                              <a:latin typeface="Cambria Math" panose="02040503050406030204" pitchFamily="18" charset="0"/>
                            </a:rPr>
                            <m:t>|</m:t>
                          </m:r>
                          <m:sSup>
                            <m:sSupPr>
                              <m:ctrlPr>
                                <a:rPr lang="da-DK" sz="1600" b="0" i="1" noProof="0" smtClean="0">
                                  <a:solidFill>
                                    <a:schemeClr val="accent6">
                                      <a:lumMod val="75000"/>
                                    </a:schemeClr>
                                  </a:solidFill>
                                  <a:latin typeface="Cambria Math" panose="02040503050406030204" pitchFamily="18" charset="0"/>
                                </a:rPr>
                              </m:ctrlPr>
                            </m:sSupPr>
                            <m:e>
                              <m:r>
                                <a:rPr lang="en-US" sz="1600" b="0" i="1" noProof="0" smtClean="0">
                                  <a:solidFill>
                                    <a:schemeClr val="accent6">
                                      <a:lumMod val="75000"/>
                                    </a:schemeClr>
                                  </a:solidFill>
                                  <a:latin typeface="Cambria Math" panose="02040503050406030204" pitchFamily="18" charset="0"/>
                                </a:rPr>
                                <m:t>𝜙</m:t>
                              </m:r>
                            </m:e>
                            <m:sup>
                              <m:r>
                                <a:rPr lang="da-DK" sz="1600" b="0" i="1" noProof="0" smtClean="0">
                                  <a:solidFill>
                                    <a:schemeClr val="accent6">
                                      <a:lumMod val="75000"/>
                                    </a:schemeClr>
                                  </a:solidFill>
                                  <a:latin typeface="Cambria Math" panose="02040503050406030204" pitchFamily="18" charset="0"/>
                                </a:rPr>
                                <m:t>+</m:t>
                              </m:r>
                            </m:sup>
                          </m:sSup>
                        </m:e>
                      </m:d>
                      <m:r>
                        <a:rPr lang="da-DK" sz="1600" b="0" i="1" noProof="0" smtClean="0">
                          <a:solidFill>
                            <a:schemeClr val="accent6">
                              <a:lumMod val="75000"/>
                            </a:schemeClr>
                          </a:solidFill>
                          <a:latin typeface="Cambria Math" panose="02040503050406030204" pitchFamily="18" charset="0"/>
                        </a:rPr>
                        <m:t>=</m:t>
                      </m:r>
                      <m:f>
                        <m:fPr>
                          <m:ctrlPr>
                            <a:rPr lang="da-DK" sz="1600" b="0" i="1" noProof="0" smtClean="0">
                              <a:solidFill>
                                <a:schemeClr val="accent6">
                                  <a:lumMod val="75000"/>
                                </a:schemeClr>
                              </a:solidFill>
                              <a:latin typeface="Cambria Math" panose="02040503050406030204" pitchFamily="18" charset="0"/>
                            </a:rPr>
                          </m:ctrlPr>
                        </m:fPr>
                        <m:num>
                          <m:r>
                            <a:rPr lang="da-DK" sz="1600" b="0" i="1" noProof="0" smtClean="0">
                              <a:solidFill>
                                <a:schemeClr val="accent6">
                                  <a:lumMod val="75000"/>
                                </a:schemeClr>
                              </a:solidFill>
                              <a:latin typeface="Cambria Math" panose="02040503050406030204" pitchFamily="18" charset="0"/>
                            </a:rPr>
                            <m:t>1</m:t>
                          </m:r>
                        </m:num>
                        <m:den>
                          <m:rad>
                            <m:radPr>
                              <m:degHide m:val="on"/>
                              <m:ctrlPr>
                                <a:rPr lang="da-DK" sz="1600" b="0" i="1" noProof="0" smtClean="0">
                                  <a:solidFill>
                                    <a:schemeClr val="accent6">
                                      <a:lumMod val="75000"/>
                                    </a:schemeClr>
                                  </a:solidFill>
                                  <a:latin typeface="Cambria Math" panose="02040503050406030204" pitchFamily="18" charset="0"/>
                                </a:rPr>
                              </m:ctrlPr>
                            </m:radPr>
                            <m:deg/>
                            <m:e>
                              <m:r>
                                <a:rPr lang="da-DK" sz="1600" b="0" i="1" noProof="0" smtClean="0">
                                  <a:solidFill>
                                    <a:schemeClr val="accent6">
                                      <a:lumMod val="75000"/>
                                    </a:schemeClr>
                                  </a:solidFill>
                                  <a:latin typeface="Cambria Math" panose="02040503050406030204" pitchFamily="18" charset="0"/>
                                </a:rPr>
                                <m:t>2</m:t>
                              </m:r>
                            </m:e>
                          </m:rad>
                        </m:den>
                      </m:f>
                      <m:d>
                        <m:dPr>
                          <m:ctrlPr>
                            <a:rPr lang="da-DK" sz="1600" b="0" i="1" noProof="0" smtClean="0">
                              <a:solidFill>
                                <a:schemeClr val="accent6">
                                  <a:lumMod val="75000"/>
                                </a:schemeClr>
                              </a:solidFill>
                              <a:latin typeface="Cambria Math" panose="02040503050406030204" pitchFamily="18" charset="0"/>
                            </a:rPr>
                          </m:ctrlPr>
                        </m:dPr>
                        <m:e>
                          <m:d>
                            <m:dPr>
                              <m:begChr m:val="|"/>
                              <m:endChr m:val="|"/>
                              <m:ctrlPr>
                                <a:rPr lang="da-DK" sz="1600" b="0" i="1" noProof="0" smtClean="0">
                                  <a:solidFill>
                                    <a:schemeClr val="accent6">
                                      <a:lumMod val="75000"/>
                                    </a:schemeClr>
                                  </a:solidFill>
                                  <a:latin typeface="Cambria Math" panose="02040503050406030204" pitchFamily="18" charset="0"/>
                                </a:rPr>
                              </m:ctrlPr>
                            </m:dPr>
                            <m:e>
                              <m:sSub>
                                <m:sSubPr>
                                  <m:ctrlPr>
                                    <a:rPr lang="da-DK" sz="1600" b="0" i="1" noProof="0" smtClean="0">
                                      <a:solidFill>
                                        <a:schemeClr val="accent6">
                                          <a:lumMod val="75000"/>
                                        </a:schemeClr>
                                      </a:solidFill>
                                      <a:latin typeface="Cambria Math" panose="02040503050406030204" pitchFamily="18" charset="0"/>
                                    </a:rPr>
                                  </m:ctrlPr>
                                </m:sSubPr>
                                <m:e>
                                  <m:d>
                                    <m:dPr>
                                      <m:begChr m:val=""/>
                                      <m:endChr m:val="⟩"/>
                                      <m:ctrlPr>
                                        <a:rPr lang="da-DK" sz="1600" b="0" i="1" noProof="0" smtClean="0">
                                          <a:solidFill>
                                            <a:schemeClr val="accent6">
                                              <a:lumMod val="75000"/>
                                            </a:schemeClr>
                                          </a:solidFill>
                                          <a:latin typeface="Cambria Math" panose="02040503050406030204" pitchFamily="18" charset="0"/>
                                        </a:rPr>
                                      </m:ctrlPr>
                                    </m:dPr>
                                    <m:e>
                                      <m:r>
                                        <a:rPr lang="da-DK" sz="1600" b="0" i="1" noProof="0" smtClean="0">
                                          <a:solidFill>
                                            <a:schemeClr val="accent6">
                                              <a:lumMod val="75000"/>
                                            </a:schemeClr>
                                          </a:solidFill>
                                          <a:latin typeface="Cambria Math" panose="02040503050406030204" pitchFamily="18" charset="0"/>
                                        </a:rPr>
                                        <m:t>𝐻</m:t>
                                      </m:r>
                                    </m:e>
                                  </m:d>
                                </m:e>
                                <m:sub>
                                  <m:r>
                                    <a:rPr lang="da-DK" sz="1600" b="0" i="1" noProof="0" smtClean="0">
                                      <a:solidFill>
                                        <a:schemeClr val="accent6">
                                          <a:lumMod val="75000"/>
                                        </a:schemeClr>
                                      </a:solidFill>
                                      <a:latin typeface="Cambria Math" panose="02040503050406030204" pitchFamily="18" charset="0"/>
                                    </a:rPr>
                                    <m:t>1</m:t>
                                  </m:r>
                                </m:sub>
                              </m:sSub>
                            </m:e>
                          </m:d>
                          <m:sSub>
                            <m:sSubPr>
                              <m:ctrlPr>
                                <a:rPr lang="da-DK" sz="1600" b="0" i="1" noProof="0" smtClean="0">
                                  <a:solidFill>
                                    <a:schemeClr val="accent6">
                                      <a:lumMod val="75000"/>
                                    </a:schemeClr>
                                  </a:solidFill>
                                  <a:latin typeface="Cambria Math" panose="02040503050406030204" pitchFamily="18" charset="0"/>
                                </a:rPr>
                              </m:ctrlPr>
                            </m:sSubPr>
                            <m:e>
                              <m:d>
                                <m:dPr>
                                  <m:begChr m:val=""/>
                                  <m:endChr m:val="⟩"/>
                                  <m:ctrlPr>
                                    <a:rPr lang="da-DK" sz="1600" b="0" i="1" noProof="0" smtClean="0">
                                      <a:solidFill>
                                        <a:schemeClr val="accent6">
                                          <a:lumMod val="75000"/>
                                        </a:schemeClr>
                                      </a:solidFill>
                                      <a:latin typeface="Cambria Math" panose="02040503050406030204" pitchFamily="18" charset="0"/>
                                    </a:rPr>
                                  </m:ctrlPr>
                                </m:dPr>
                                <m:e>
                                  <m:r>
                                    <a:rPr lang="en-US" sz="1600" b="0" i="1" noProof="0" smtClean="0">
                                      <a:solidFill>
                                        <a:schemeClr val="accent6">
                                          <a:lumMod val="75000"/>
                                        </a:schemeClr>
                                      </a:solidFill>
                                      <a:latin typeface="Cambria Math" panose="02040503050406030204" pitchFamily="18" charset="0"/>
                                    </a:rPr>
                                    <m:t>𝐻</m:t>
                                  </m:r>
                                </m:e>
                              </m:d>
                            </m:e>
                            <m:sub>
                              <m:r>
                                <a:rPr lang="da-DK" sz="1600" b="0" i="1" noProof="0" smtClean="0">
                                  <a:solidFill>
                                    <a:schemeClr val="accent6">
                                      <a:lumMod val="75000"/>
                                    </a:schemeClr>
                                  </a:solidFill>
                                  <a:latin typeface="Cambria Math" panose="02040503050406030204" pitchFamily="18" charset="0"/>
                                </a:rPr>
                                <m:t>2</m:t>
                              </m:r>
                            </m:sub>
                          </m:sSub>
                          <m:r>
                            <a:rPr lang="da-DK" sz="1600" b="0" i="1" noProof="0" smtClean="0">
                              <a:solidFill>
                                <a:schemeClr val="accent6">
                                  <a:lumMod val="75000"/>
                                </a:schemeClr>
                              </a:solidFill>
                              <a:latin typeface="Cambria Math" panose="02040503050406030204" pitchFamily="18" charset="0"/>
                            </a:rPr>
                            <m:t>+</m:t>
                          </m:r>
                          <m:d>
                            <m:dPr>
                              <m:begChr m:val="|"/>
                              <m:endChr m:val="|"/>
                              <m:ctrlPr>
                                <a:rPr lang="da-DK" sz="1600" b="0" i="1" noProof="0" smtClean="0">
                                  <a:solidFill>
                                    <a:schemeClr val="accent6">
                                      <a:lumMod val="75000"/>
                                    </a:schemeClr>
                                  </a:solidFill>
                                  <a:latin typeface="Cambria Math" panose="02040503050406030204" pitchFamily="18" charset="0"/>
                                </a:rPr>
                              </m:ctrlPr>
                            </m:dPr>
                            <m:e>
                              <m:sSub>
                                <m:sSubPr>
                                  <m:ctrlPr>
                                    <a:rPr lang="da-DK" sz="1600" b="0" i="1" noProof="0" smtClean="0">
                                      <a:solidFill>
                                        <a:schemeClr val="accent6">
                                          <a:lumMod val="75000"/>
                                        </a:schemeClr>
                                      </a:solidFill>
                                      <a:latin typeface="Cambria Math" panose="02040503050406030204" pitchFamily="18" charset="0"/>
                                    </a:rPr>
                                  </m:ctrlPr>
                                </m:sSubPr>
                                <m:e>
                                  <m:d>
                                    <m:dPr>
                                      <m:begChr m:val=""/>
                                      <m:endChr m:val="⟩"/>
                                      <m:ctrlPr>
                                        <a:rPr lang="da-DK" sz="1600" b="0" i="1" noProof="0" smtClean="0">
                                          <a:solidFill>
                                            <a:schemeClr val="accent6">
                                              <a:lumMod val="75000"/>
                                            </a:schemeClr>
                                          </a:solidFill>
                                          <a:latin typeface="Cambria Math" panose="02040503050406030204" pitchFamily="18" charset="0"/>
                                        </a:rPr>
                                      </m:ctrlPr>
                                    </m:dPr>
                                    <m:e>
                                      <m:r>
                                        <a:rPr lang="da-DK" sz="1600" b="0" i="1" noProof="0" smtClean="0">
                                          <a:solidFill>
                                            <a:schemeClr val="accent6">
                                              <a:lumMod val="75000"/>
                                            </a:schemeClr>
                                          </a:solidFill>
                                          <a:latin typeface="Cambria Math" panose="02040503050406030204" pitchFamily="18" charset="0"/>
                                        </a:rPr>
                                        <m:t>𝑉</m:t>
                                      </m:r>
                                    </m:e>
                                  </m:d>
                                </m:e>
                                <m:sub>
                                  <m:r>
                                    <a:rPr lang="da-DK" sz="1600" b="0" i="1" noProof="0" smtClean="0">
                                      <a:solidFill>
                                        <a:schemeClr val="accent6">
                                          <a:lumMod val="75000"/>
                                        </a:schemeClr>
                                      </a:solidFill>
                                      <a:latin typeface="Cambria Math" panose="02040503050406030204" pitchFamily="18" charset="0"/>
                                    </a:rPr>
                                    <m:t>1</m:t>
                                  </m:r>
                                </m:sub>
                              </m:sSub>
                            </m:e>
                          </m:d>
                          <m:sSub>
                            <m:sSubPr>
                              <m:ctrlPr>
                                <a:rPr lang="da-DK" sz="1600" b="0" i="1" noProof="0" smtClean="0">
                                  <a:solidFill>
                                    <a:schemeClr val="accent6">
                                      <a:lumMod val="75000"/>
                                    </a:schemeClr>
                                  </a:solidFill>
                                  <a:latin typeface="Cambria Math" panose="02040503050406030204" pitchFamily="18" charset="0"/>
                                </a:rPr>
                              </m:ctrlPr>
                            </m:sSubPr>
                            <m:e>
                              <m:d>
                                <m:dPr>
                                  <m:begChr m:val=""/>
                                  <m:endChr m:val="⟩"/>
                                  <m:ctrlPr>
                                    <a:rPr lang="da-DK" sz="1600" b="0" i="1" noProof="0" smtClean="0">
                                      <a:solidFill>
                                        <a:schemeClr val="accent6">
                                          <a:lumMod val="75000"/>
                                        </a:schemeClr>
                                      </a:solidFill>
                                      <a:latin typeface="Cambria Math" panose="02040503050406030204" pitchFamily="18" charset="0"/>
                                    </a:rPr>
                                  </m:ctrlPr>
                                </m:dPr>
                                <m:e>
                                  <m:r>
                                    <a:rPr lang="en-US" sz="1600" b="0" i="1" noProof="0" smtClean="0">
                                      <a:solidFill>
                                        <a:schemeClr val="accent6">
                                          <a:lumMod val="75000"/>
                                        </a:schemeClr>
                                      </a:solidFill>
                                      <a:latin typeface="Cambria Math" panose="02040503050406030204" pitchFamily="18" charset="0"/>
                                    </a:rPr>
                                    <m:t>𝑉</m:t>
                                  </m:r>
                                </m:e>
                              </m:d>
                            </m:e>
                            <m:sub>
                              <m:r>
                                <a:rPr lang="da-DK" sz="1600" b="0" i="1" noProof="0" smtClean="0">
                                  <a:solidFill>
                                    <a:schemeClr val="accent6">
                                      <a:lumMod val="75000"/>
                                    </a:schemeClr>
                                  </a:solidFill>
                                  <a:latin typeface="Cambria Math" panose="02040503050406030204" pitchFamily="18" charset="0"/>
                                </a:rPr>
                                <m:t>2</m:t>
                              </m:r>
                            </m:sub>
                          </m:sSub>
                        </m:e>
                      </m:d>
                    </m:oMath>
                  </m:oMathPara>
                </a14:m>
                <a:endParaRPr lang="da-DK" sz="1600">
                  <a:solidFill>
                    <a:schemeClr val="accent6">
                      <a:lumMod val="75000"/>
                    </a:schemeClr>
                  </a:solidFill>
                </a:endParaRPr>
              </a:p>
            </p:txBody>
          </p:sp>
        </mc:Choice>
        <mc:Fallback>
          <p:sp>
            <p:nvSpPr>
              <p:cNvPr id="26" name="TextBox 25">
                <a:extLst>
                  <a:ext uri="{FF2B5EF4-FFF2-40B4-BE49-F238E27FC236}">
                    <a16:creationId xmlns:a16="http://schemas.microsoft.com/office/drawing/2014/main" id="{F4542076-6855-C865-641A-763137FD0EE9}"/>
                  </a:ext>
                </a:extLst>
              </p:cNvPr>
              <p:cNvSpPr txBox="1">
                <a:spLocks noRot="1" noChangeAspect="1" noMove="1" noResize="1" noEditPoints="1" noAdjustHandles="1" noChangeArrowheads="1" noChangeShapeType="1" noTextEdit="1"/>
              </p:cNvSpPr>
              <p:nvPr/>
            </p:nvSpPr>
            <p:spPr>
              <a:xfrm>
                <a:off x="5594228" y="5668489"/>
                <a:ext cx="3403600" cy="600998"/>
              </a:xfrm>
              <a:prstGeom prst="rect">
                <a:avLst/>
              </a:prstGeom>
              <a:blipFill>
                <a:blip r:embed="rId10"/>
                <a:stretch>
                  <a:fillRect/>
                </a:stretch>
              </a:blipFill>
            </p:spPr>
            <p:txBody>
              <a:bodyPr/>
              <a:lstStyle/>
              <a:p>
                <a:r>
                  <a:rPr lang="en-US">
                    <a:noFill/>
                  </a:rPr>
                  <a:t> </a:t>
                </a:r>
              </a:p>
            </p:txBody>
          </p:sp>
        </mc:Fallback>
      </mc:AlternateContent>
      <p:sp>
        <p:nvSpPr>
          <p:cNvPr id="27" name="TextBox 26">
            <a:extLst>
              <a:ext uri="{FF2B5EF4-FFF2-40B4-BE49-F238E27FC236}">
                <a16:creationId xmlns:a16="http://schemas.microsoft.com/office/drawing/2014/main" id="{1394D6CB-559C-57AB-E492-1053BF707EC8}"/>
              </a:ext>
            </a:extLst>
          </p:cNvPr>
          <p:cNvSpPr txBox="1"/>
          <p:nvPr/>
        </p:nvSpPr>
        <p:spPr>
          <a:xfrm>
            <a:off x="4515573" y="3505565"/>
            <a:ext cx="2912417" cy="738664"/>
          </a:xfrm>
          <a:prstGeom prst="rect">
            <a:avLst/>
          </a:prstGeom>
          <a:noFill/>
        </p:spPr>
        <p:txBody>
          <a:bodyPr wrap="square" lIns="0" tIns="0" rIns="0" bIns="0" rtlCol="0">
            <a:spAutoFit/>
          </a:bodyPr>
          <a:lstStyle/>
          <a:p>
            <a:pPr algn="ctr"/>
            <a:r>
              <a:rPr lang="en-US" sz="2400" noProof="0" err="1">
                <a:latin typeface="Latin Modern Math" panose="02000503000000000000" pitchFamily="50" charset="0"/>
                <a:ea typeface="Latin Modern Math" panose="02000503000000000000" pitchFamily="50" charset="0"/>
              </a:rPr>
              <a:t>Hypotetisk</a:t>
            </a:r>
            <a:r>
              <a:rPr lang="en-US" sz="2400">
                <a:latin typeface="Latin Modern Math" panose="02000503000000000000" pitchFamily="50" charset="0"/>
                <a:ea typeface="Latin Modern Math" panose="02000503000000000000" pitchFamily="50" charset="0"/>
              </a:rPr>
              <a:t>-</a:t>
            </a:r>
            <a:r>
              <a:rPr lang="en-US" sz="2400" err="1">
                <a:latin typeface="Latin Modern Math" panose="02000503000000000000" pitchFamily="50" charset="0"/>
                <a:ea typeface="Latin Modern Math" panose="02000503000000000000" pitchFamily="50" charset="0"/>
              </a:rPr>
              <a:t>deduktiv</a:t>
            </a:r>
            <a:endParaRPr lang="en-US" sz="2400">
              <a:latin typeface="Latin Modern Math" panose="02000503000000000000" pitchFamily="50" charset="0"/>
              <a:ea typeface="Latin Modern Math" panose="02000503000000000000" pitchFamily="50" charset="0"/>
            </a:endParaRPr>
          </a:p>
          <a:p>
            <a:pPr algn="ctr"/>
            <a:r>
              <a:rPr lang="en-US" sz="2400" noProof="0">
                <a:latin typeface="Latin Modern Math" panose="02000503000000000000" pitchFamily="50" charset="0"/>
                <a:ea typeface="Latin Modern Math" panose="02000503000000000000" pitchFamily="50" charset="0"/>
              </a:rPr>
              <a:t>Metode</a:t>
            </a:r>
            <a:endParaRPr lang="da-DK" sz="2400" noProof="0">
              <a:latin typeface="Latin Modern Math" panose="02000503000000000000" pitchFamily="50" charset="0"/>
              <a:ea typeface="Latin Modern Math" panose="02000503000000000000" pitchFamily="50" charset="0"/>
            </a:endParaRPr>
          </a:p>
        </p:txBody>
      </p:sp>
      <p:sp>
        <p:nvSpPr>
          <p:cNvPr id="28" name="TextBox 27">
            <a:extLst>
              <a:ext uri="{FF2B5EF4-FFF2-40B4-BE49-F238E27FC236}">
                <a16:creationId xmlns:a16="http://schemas.microsoft.com/office/drawing/2014/main" id="{0AF905E5-4114-B2F3-B12F-ED01EA9EF501}"/>
              </a:ext>
            </a:extLst>
          </p:cNvPr>
          <p:cNvSpPr txBox="1"/>
          <p:nvPr/>
        </p:nvSpPr>
        <p:spPr>
          <a:xfrm>
            <a:off x="5687008" y="4427467"/>
            <a:ext cx="2596140" cy="615553"/>
          </a:xfrm>
          <a:prstGeom prst="rect">
            <a:avLst/>
          </a:prstGeom>
          <a:noFill/>
        </p:spPr>
        <p:txBody>
          <a:bodyPr wrap="square" lIns="0" tIns="0" rIns="0" bIns="0" rtlCol="0">
            <a:spAutoFit/>
          </a:bodyPr>
          <a:lstStyle/>
          <a:p>
            <a:pPr algn="ctr"/>
            <a:r>
              <a:rPr lang="en-US" sz="2000" err="1">
                <a:solidFill>
                  <a:schemeClr val="accent6">
                    <a:lumMod val="75000"/>
                  </a:schemeClr>
                </a:solidFill>
                <a:latin typeface="Latin Modern Math" panose="02000503000000000000" pitchFamily="50" charset="0"/>
                <a:ea typeface="Latin Modern Math" panose="02000503000000000000" pitchFamily="50" charset="0"/>
              </a:rPr>
              <a:t>Kvantemekaniske</a:t>
            </a:r>
            <a:r>
              <a:rPr lang="en-US" sz="2000">
                <a:solidFill>
                  <a:schemeClr val="accent6">
                    <a:lumMod val="75000"/>
                  </a:schemeClr>
                </a:solidFill>
                <a:latin typeface="Latin Modern Math" panose="02000503000000000000" pitchFamily="50" charset="0"/>
                <a:ea typeface="Latin Modern Math" panose="02000503000000000000" pitchFamily="50" charset="0"/>
              </a:rPr>
              <a:t> </a:t>
            </a:r>
            <a:r>
              <a:rPr lang="en-US" sz="2000" err="1">
                <a:solidFill>
                  <a:schemeClr val="accent6">
                    <a:lumMod val="75000"/>
                  </a:schemeClr>
                </a:solidFill>
                <a:latin typeface="Latin Modern Math" panose="02000503000000000000" pitchFamily="50" charset="0"/>
                <a:ea typeface="Latin Modern Math" panose="02000503000000000000" pitchFamily="50" charset="0"/>
              </a:rPr>
              <a:t>Postulater</a:t>
            </a:r>
            <a:endParaRPr lang="da-DK" sz="2000" noProof="0">
              <a:solidFill>
                <a:schemeClr val="accent6">
                  <a:lumMod val="75000"/>
                </a:schemeClr>
              </a:solidFill>
              <a:latin typeface="Latin Modern Math" panose="02000503000000000000" pitchFamily="50" charset="0"/>
              <a:ea typeface="Latin Modern Math" panose="02000503000000000000" pitchFamily="50" charset="0"/>
            </a:endParaRPr>
          </a:p>
        </p:txBody>
      </p:sp>
      <p:sp>
        <p:nvSpPr>
          <p:cNvPr id="29" name="TextBox 28">
            <a:extLst>
              <a:ext uri="{FF2B5EF4-FFF2-40B4-BE49-F238E27FC236}">
                <a16:creationId xmlns:a16="http://schemas.microsoft.com/office/drawing/2014/main" id="{7C84B918-7784-42A4-C370-018675FBA35D}"/>
              </a:ext>
            </a:extLst>
          </p:cNvPr>
          <p:cNvSpPr txBox="1"/>
          <p:nvPr/>
        </p:nvSpPr>
        <p:spPr>
          <a:xfrm>
            <a:off x="5620965" y="5445325"/>
            <a:ext cx="1215304" cy="430887"/>
          </a:xfrm>
          <a:prstGeom prst="rect">
            <a:avLst/>
          </a:prstGeom>
          <a:noFill/>
        </p:spPr>
        <p:txBody>
          <a:bodyPr wrap="square" lIns="0" tIns="0" rIns="0" bIns="0" rtlCol="0">
            <a:spAutoFit/>
          </a:bodyPr>
          <a:lstStyle/>
          <a:p>
            <a:r>
              <a:rPr lang="en-US" sz="2800" err="1">
                <a:solidFill>
                  <a:schemeClr val="accent6">
                    <a:lumMod val="75000"/>
                  </a:schemeClr>
                </a:solidFill>
                <a:latin typeface="Latin Modern Math" panose="02000503000000000000" pitchFamily="50" charset="0"/>
                <a:ea typeface="Latin Modern Math" panose="02000503000000000000" pitchFamily="50" charset="0"/>
              </a:rPr>
              <a:t>Forsøg</a:t>
            </a:r>
            <a:endParaRPr lang="da-DK" sz="2800" noProof="0">
              <a:solidFill>
                <a:schemeClr val="accent6">
                  <a:lumMod val="75000"/>
                </a:schemeClr>
              </a:solidFill>
              <a:latin typeface="Latin Modern Math" panose="02000503000000000000" pitchFamily="50" charset="0"/>
              <a:ea typeface="Latin Modern Math" panose="02000503000000000000" pitchFamily="50" charset="0"/>
            </a:endParaRPr>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1B890239-D33C-6466-0182-70F84CCA4165}"/>
                  </a:ext>
                </a:extLst>
              </p:cNvPr>
              <p:cNvSpPr txBox="1"/>
              <p:nvPr/>
            </p:nvSpPr>
            <p:spPr>
              <a:xfrm>
                <a:off x="5134469" y="5062194"/>
                <a:ext cx="3403600"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noProof="0" smtClean="0">
                          <a:solidFill>
                            <a:schemeClr val="accent6">
                              <a:lumMod val="75000"/>
                            </a:schemeClr>
                          </a:solidFill>
                          <a:latin typeface="Cambria Math" panose="02040503050406030204" pitchFamily="18" charset="0"/>
                        </a:rPr>
                        <m:t>𝑠</m:t>
                      </m:r>
                      <m:r>
                        <a:rPr lang="en-US" sz="2000" b="0" i="1" noProof="0" smtClean="0">
                          <a:solidFill>
                            <a:schemeClr val="accent6">
                              <a:lumMod val="75000"/>
                            </a:schemeClr>
                          </a:solidFill>
                          <a:latin typeface="Cambria Math" panose="02040503050406030204" pitchFamily="18" charset="0"/>
                        </a:rPr>
                        <m:t>=</m:t>
                      </m:r>
                      <m:r>
                        <a:rPr lang="en-US" sz="2000" b="0" i="1" noProof="0" smtClean="0">
                          <a:solidFill>
                            <a:schemeClr val="accent6">
                              <a:lumMod val="75000"/>
                            </a:schemeClr>
                          </a:solidFill>
                          <a:latin typeface="Cambria Math" panose="02040503050406030204" pitchFamily="18" charset="0"/>
                        </a:rPr>
                        <m:t>𝐴</m:t>
                      </m:r>
                      <m:d>
                        <m:dPr>
                          <m:ctrlPr>
                            <a:rPr lang="en-US" sz="2000" b="0" i="1" noProof="0" smtClean="0">
                              <a:solidFill>
                                <a:schemeClr val="accent6">
                                  <a:lumMod val="75000"/>
                                </a:schemeClr>
                              </a:solidFill>
                              <a:latin typeface="Cambria Math" panose="02040503050406030204" pitchFamily="18" charset="0"/>
                            </a:rPr>
                          </m:ctrlPr>
                        </m:dPr>
                        <m:e>
                          <m:r>
                            <a:rPr lang="en-US" sz="2000" b="0" i="1" noProof="0" smtClean="0">
                              <a:solidFill>
                                <a:schemeClr val="accent6">
                                  <a:lumMod val="75000"/>
                                </a:schemeClr>
                              </a:solidFill>
                              <a:latin typeface="Cambria Math" panose="02040503050406030204" pitchFamily="18" charset="0"/>
                            </a:rPr>
                            <m:t>𝐵</m:t>
                          </m:r>
                          <m:r>
                            <a:rPr lang="en-US" sz="2000" b="0" i="1" noProof="0" smtClean="0">
                              <a:solidFill>
                                <a:schemeClr val="accent6">
                                  <a:lumMod val="75000"/>
                                </a:schemeClr>
                              </a:solidFill>
                              <a:latin typeface="Cambria Math" panose="02040503050406030204" pitchFamily="18" charset="0"/>
                            </a:rPr>
                            <m:t>−</m:t>
                          </m:r>
                          <m:sSup>
                            <m:sSupPr>
                              <m:ctrlPr>
                                <a:rPr lang="en-US" sz="2000" b="0" i="1" noProof="0" smtClean="0">
                                  <a:solidFill>
                                    <a:schemeClr val="accent6">
                                      <a:lumMod val="75000"/>
                                    </a:schemeClr>
                                  </a:solidFill>
                                  <a:latin typeface="Cambria Math" panose="02040503050406030204" pitchFamily="18" charset="0"/>
                                </a:rPr>
                              </m:ctrlPr>
                            </m:sSupPr>
                            <m:e>
                              <m:r>
                                <a:rPr lang="en-US" sz="2000" b="0" i="1" noProof="0" smtClean="0">
                                  <a:solidFill>
                                    <a:schemeClr val="accent6">
                                      <a:lumMod val="75000"/>
                                    </a:schemeClr>
                                  </a:solidFill>
                                  <a:latin typeface="Cambria Math" panose="02040503050406030204" pitchFamily="18" charset="0"/>
                                </a:rPr>
                                <m:t>𝐵</m:t>
                              </m:r>
                            </m:e>
                            <m:sup>
                              <m:r>
                                <a:rPr lang="en-US" sz="2000" b="0" i="1" noProof="0" smtClean="0">
                                  <a:solidFill>
                                    <a:schemeClr val="accent6">
                                      <a:lumMod val="75000"/>
                                    </a:schemeClr>
                                  </a:solidFill>
                                  <a:latin typeface="Cambria Math" panose="02040503050406030204" pitchFamily="18" charset="0"/>
                                </a:rPr>
                                <m:t>′</m:t>
                              </m:r>
                            </m:sup>
                          </m:sSup>
                        </m:e>
                      </m:d>
                      <m:r>
                        <a:rPr lang="en-US" sz="2000" b="0" i="1" noProof="0" smtClean="0">
                          <a:solidFill>
                            <a:schemeClr val="accent6">
                              <a:lumMod val="75000"/>
                            </a:schemeClr>
                          </a:solidFill>
                          <a:latin typeface="Cambria Math" panose="02040503050406030204" pitchFamily="18" charset="0"/>
                        </a:rPr>
                        <m:t>+</m:t>
                      </m:r>
                      <m:r>
                        <a:rPr lang="en-US" sz="2000" b="0" i="1" noProof="0" smtClean="0">
                          <a:solidFill>
                            <a:schemeClr val="accent6">
                              <a:lumMod val="75000"/>
                            </a:schemeClr>
                          </a:solidFill>
                          <a:latin typeface="Cambria Math" panose="02040503050406030204" pitchFamily="18" charset="0"/>
                        </a:rPr>
                        <m:t>𝐴</m:t>
                      </m:r>
                      <m:r>
                        <a:rPr lang="en-US" sz="2000" b="0" i="1" noProof="0" smtClean="0">
                          <a:solidFill>
                            <a:schemeClr val="accent6">
                              <a:lumMod val="75000"/>
                            </a:schemeClr>
                          </a:solidFill>
                          <a:latin typeface="Cambria Math" panose="02040503050406030204" pitchFamily="18" charset="0"/>
                        </a:rPr>
                        <m:t>′(</m:t>
                      </m:r>
                      <m:r>
                        <a:rPr lang="en-US" sz="2000" b="0" i="1" noProof="0" smtClean="0">
                          <a:solidFill>
                            <a:schemeClr val="accent6">
                              <a:lumMod val="75000"/>
                            </a:schemeClr>
                          </a:solidFill>
                          <a:latin typeface="Cambria Math" panose="02040503050406030204" pitchFamily="18" charset="0"/>
                        </a:rPr>
                        <m:t>𝐵</m:t>
                      </m:r>
                      <m:r>
                        <a:rPr lang="en-US" sz="2000" b="0" i="1" noProof="0" smtClean="0">
                          <a:solidFill>
                            <a:schemeClr val="accent6">
                              <a:lumMod val="75000"/>
                            </a:schemeClr>
                          </a:solidFill>
                          <a:latin typeface="Cambria Math" panose="02040503050406030204" pitchFamily="18" charset="0"/>
                        </a:rPr>
                        <m:t>+</m:t>
                      </m:r>
                      <m:sSup>
                        <m:sSupPr>
                          <m:ctrlPr>
                            <a:rPr lang="en-US" sz="2000" b="0" i="1" noProof="0" smtClean="0">
                              <a:solidFill>
                                <a:schemeClr val="accent6">
                                  <a:lumMod val="75000"/>
                                </a:schemeClr>
                              </a:solidFill>
                              <a:latin typeface="Cambria Math" panose="02040503050406030204" pitchFamily="18" charset="0"/>
                            </a:rPr>
                          </m:ctrlPr>
                        </m:sSupPr>
                        <m:e>
                          <m:r>
                            <a:rPr lang="en-US" sz="2000" b="0" i="1" noProof="0" smtClean="0">
                              <a:solidFill>
                                <a:schemeClr val="accent6">
                                  <a:lumMod val="75000"/>
                                </a:schemeClr>
                              </a:solidFill>
                              <a:latin typeface="Cambria Math" panose="02040503050406030204" pitchFamily="18" charset="0"/>
                            </a:rPr>
                            <m:t>𝐵</m:t>
                          </m:r>
                        </m:e>
                        <m:sup>
                          <m:r>
                            <a:rPr lang="en-US" sz="2000" b="0" i="1" noProof="0" smtClean="0">
                              <a:solidFill>
                                <a:schemeClr val="accent6">
                                  <a:lumMod val="75000"/>
                                </a:schemeClr>
                              </a:solidFill>
                              <a:latin typeface="Cambria Math" panose="02040503050406030204" pitchFamily="18" charset="0"/>
                            </a:rPr>
                            <m:t>′</m:t>
                          </m:r>
                        </m:sup>
                      </m:sSup>
                      <m:r>
                        <a:rPr lang="en-US" sz="2000" b="0" i="1" noProof="0" smtClean="0">
                          <a:solidFill>
                            <a:schemeClr val="accent6">
                              <a:lumMod val="75000"/>
                            </a:schemeClr>
                          </a:solidFill>
                          <a:latin typeface="Cambria Math" panose="02040503050406030204" pitchFamily="18" charset="0"/>
                        </a:rPr>
                        <m:t>)</m:t>
                      </m:r>
                    </m:oMath>
                  </m:oMathPara>
                </a14:m>
                <a:endParaRPr lang="da-DK" sz="2000">
                  <a:solidFill>
                    <a:schemeClr val="accent6">
                      <a:lumMod val="75000"/>
                    </a:schemeClr>
                  </a:solidFill>
                </a:endParaRPr>
              </a:p>
            </p:txBody>
          </p:sp>
        </mc:Choice>
        <mc:Fallback>
          <p:sp>
            <p:nvSpPr>
              <p:cNvPr id="30" name="TextBox 29">
                <a:extLst>
                  <a:ext uri="{FF2B5EF4-FFF2-40B4-BE49-F238E27FC236}">
                    <a16:creationId xmlns:a16="http://schemas.microsoft.com/office/drawing/2014/main" id="{1B890239-D33C-6466-0182-70F84CCA4165}"/>
                  </a:ext>
                </a:extLst>
              </p:cNvPr>
              <p:cNvSpPr txBox="1">
                <a:spLocks noRot="1" noChangeAspect="1" noMove="1" noResize="1" noEditPoints="1" noAdjustHandles="1" noChangeArrowheads="1" noChangeShapeType="1" noTextEdit="1"/>
              </p:cNvSpPr>
              <p:nvPr/>
            </p:nvSpPr>
            <p:spPr>
              <a:xfrm>
                <a:off x="5134469" y="5062194"/>
                <a:ext cx="3403600" cy="400110"/>
              </a:xfrm>
              <a:prstGeom prst="rect">
                <a:avLst/>
              </a:prstGeom>
              <a:blipFill>
                <a:blip r:embed="rId11"/>
                <a:stretch>
                  <a:fillRect b="-15152"/>
                </a:stretch>
              </a:blipFill>
            </p:spPr>
            <p:txBody>
              <a:bodyPr/>
              <a:lstStyle/>
              <a:p>
                <a:r>
                  <a:rPr lang="en-US">
                    <a:noFill/>
                  </a:rPr>
                  <a:t> </a:t>
                </a:r>
              </a:p>
            </p:txBody>
          </p:sp>
        </mc:Fallback>
      </mc:AlternateContent>
      <p:sp>
        <p:nvSpPr>
          <p:cNvPr id="31" name="TextBox 30">
            <a:extLst>
              <a:ext uri="{FF2B5EF4-FFF2-40B4-BE49-F238E27FC236}">
                <a16:creationId xmlns:a16="http://schemas.microsoft.com/office/drawing/2014/main" id="{FA14E602-ED63-0FA4-509E-F6E27FC07D0B}"/>
              </a:ext>
            </a:extLst>
          </p:cNvPr>
          <p:cNvSpPr txBox="1"/>
          <p:nvPr/>
        </p:nvSpPr>
        <p:spPr>
          <a:xfrm>
            <a:off x="5293995" y="2077778"/>
            <a:ext cx="1355577" cy="276999"/>
          </a:xfrm>
          <a:prstGeom prst="rect">
            <a:avLst/>
          </a:prstGeom>
          <a:noFill/>
        </p:spPr>
        <p:txBody>
          <a:bodyPr wrap="square" lIns="0" tIns="0" rIns="0" bIns="0" rtlCol="0">
            <a:spAutoFit/>
          </a:bodyPr>
          <a:lstStyle/>
          <a:p>
            <a:pPr algn="ctr"/>
            <a:r>
              <a:rPr lang="en-US" noProof="0" err="1">
                <a:latin typeface="Latin Modern Math" panose="02000503000000000000" pitchFamily="50" charset="0"/>
                <a:ea typeface="Latin Modern Math" panose="02000503000000000000" pitchFamily="50" charset="0"/>
              </a:rPr>
              <a:t>Konklusion</a:t>
            </a:r>
            <a:endParaRPr lang="da-DK" noProof="0">
              <a:latin typeface="Latin Modern Math" panose="02000503000000000000" pitchFamily="50" charset="0"/>
              <a:ea typeface="Latin Modern Math" panose="02000503000000000000" pitchFamily="50" charset="0"/>
            </a:endParaRPr>
          </a:p>
        </p:txBody>
      </p:sp>
      <p:sp>
        <p:nvSpPr>
          <p:cNvPr id="32" name="TextBox 31">
            <a:extLst>
              <a:ext uri="{FF2B5EF4-FFF2-40B4-BE49-F238E27FC236}">
                <a16:creationId xmlns:a16="http://schemas.microsoft.com/office/drawing/2014/main" id="{B624C6C0-06BE-CB59-AF64-29E72CC2A1AD}"/>
              </a:ext>
            </a:extLst>
          </p:cNvPr>
          <p:cNvSpPr txBox="1"/>
          <p:nvPr/>
        </p:nvSpPr>
        <p:spPr>
          <a:xfrm>
            <a:off x="5065037" y="2467676"/>
            <a:ext cx="1355577" cy="307777"/>
          </a:xfrm>
          <a:prstGeom prst="rect">
            <a:avLst/>
          </a:prstGeom>
          <a:noFill/>
        </p:spPr>
        <p:txBody>
          <a:bodyPr wrap="square" lIns="0" tIns="0" rIns="0" bIns="0" rtlCol="0">
            <a:spAutoFit/>
          </a:bodyPr>
          <a:lstStyle/>
          <a:p>
            <a:pPr algn="ctr"/>
            <a:r>
              <a:rPr lang="en-US" sz="2000" noProof="0" err="1">
                <a:latin typeface="Latin Modern Math" panose="02000503000000000000" pitchFamily="50" charset="0"/>
                <a:ea typeface="Latin Modern Math" panose="02000503000000000000" pitchFamily="50" charset="0"/>
              </a:rPr>
              <a:t>Diskussion</a:t>
            </a:r>
            <a:endParaRPr lang="da-DK" sz="2000" noProof="0">
              <a:latin typeface="Latin Modern Math" panose="02000503000000000000" pitchFamily="50" charset="0"/>
              <a:ea typeface="Latin Modern Math" panose="02000503000000000000" pitchFamily="50" charset="0"/>
            </a:endParaRPr>
          </a:p>
        </p:txBody>
      </p:sp>
      <p:sp>
        <p:nvSpPr>
          <p:cNvPr id="33" name="TextBox 32">
            <a:extLst>
              <a:ext uri="{FF2B5EF4-FFF2-40B4-BE49-F238E27FC236}">
                <a16:creationId xmlns:a16="http://schemas.microsoft.com/office/drawing/2014/main" id="{19EF0995-9DC2-C25F-72F9-56BA97C7FDDB}"/>
              </a:ext>
            </a:extLst>
          </p:cNvPr>
          <p:cNvSpPr txBox="1"/>
          <p:nvPr/>
        </p:nvSpPr>
        <p:spPr>
          <a:xfrm>
            <a:off x="4865359" y="2766869"/>
            <a:ext cx="2212847" cy="338554"/>
          </a:xfrm>
          <a:prstGeom prst="rect">
            <a:avLst/>
          </a:prstGeom>
          <a:noFill/>
        </p:spPr>
        <p:txBody>
          <a:bodyPr wrap="square" lIns="0" tIns="0" rIns="0" bIns="0" rtlCol="0">
            <a:spAutoFit/>
          </a:bodyPr>
          <a:lstStyle/>
          <a:p>
            <a:pPr algn="ctr"/>
            <a:r>
              <a:rPr lang="en-US" sz="2200" noProof="0" err="1">
                <a:latin typeface="Latin Modern Math" panose="02000503000000000000" pitchFamily="50" charset="0"/>
                <a:ea typeface="Latin Modern Math" panose="02000503000000000000" pitchFamily="50" charset="0"/>
              </a:rPr>
              <a:t>Perspektivering</a:t>
            </a:r>
            <a:endParaRPr lang="da-DK" sz="2200" noProof="0">
              <a:latin typeface="Latin Modern Math" panose="02000503000000000000" pitchFamily="50" charset="0"/>
              <a:ea typeface="Latin Modern Math" panose="02000503000000000000" pitchFamily="50" charset="0"/>
            </a:endParaRPr>
          </a:p>
        </p:txBody>
      </p:sp>
      <p:cxnSp>
        <p:nvCxnSpPr>
          <p:cNvPr id="39" name="Connector: Elbow 38">
            <a:extLst>
              <a:ext uri="{FF2B5EF4-FFF2-40B4-BE49-F238E27FC236}">
                <a16:creationId xmlns:a16="http://schemas.microsoft.com/office/drawing/2014/main" id="{FC29B6F1-03A0-98AB-ABB3-55841603A1F5}"/>
              </a:ext>
            </a:extLst>
          </p:cNvPr>
          <p:cNvCxnSpPr>
            <a:cxnSpLocks/>
          </p:cNvCxnSpPr>
          <p:nvPr/>
        </p:nvCxnSpPr>
        <p:spPr>
          <a:xfrm flipV="1">
            <a:off x="6501384" y="2852928"/>
            <a:ext cx="2185530" cy="1124712"/>
          </a:xfrm>
          <a:prstGeom prst="bentConnector3">
            <a:avLst>
              <a:gd name="adj1" fmla="val 50000"/>
            </a:avLst>
          </a:prstGeom>
          <a:ln>
            <a:solidFill>
              <a:srgbClr val="C00000"/>
            </a:solidFill>
            <a:tailEnd type="triangle"/>
          </a:ln>
        </p:spPr>
        <p:style>
          <a:lnRef idx="3">
            <a:schemeClr val="accent1"/>
          </a:lnRef>
          <a:fillRef idx="0">
            <a:schemeClr val="accent1"/>
          </a:fillRef>
          <a:effectRef idx="2">
            <a:schemeClr val="accent1"/>
          </a:effectRef>
          <a:fontRef idx="minor">
            <a:schemeClr val="tx1"/>
          </a:fontRef>
        </p:style>
      </p:cxnSp>
      <p:sp>
        <p:nvSpPr>
          <p:cNvPr id="42" name="TextBox 41">
            <a:extLst>
              <a:ext uri="{FF2B5EF4-FFF2-40B4-BE49-F238E27FC236}">
                <a16:creationId xmlns:a16="http://schemas.microsoft.com/office/drawing/2014/main" id="{03142814-3B9F-5305-B880-2F6F7404F4D2}"/>
              </a:ext>
            </a:extLst>
          </p:cNvPr>
          <p:cNvSpPr txBox="1"/>
          <p:nvPr/>
        </p:nvSpPr>
        <p:spPr>
          <a:xfrm>
            <a:off x="8722660" y="2766869"/>
            <a:ext cx="3246345" cy="1692771"/>
          </a:xfrm>
          <a:prstGeom prst="rect">
            <a:avLst/>
          </a:prstGeom>
          <a:noFill/>
        </p:spPr>
        <p:txBody>
          <a:bodyPr wrap="square" lIns="0" tIns="0" rIns="0" bIns="0" rtlCol="0">
            <a:spAutoFit/>
          </a:bodyPr>
          <a:lstStyle/>
          <a:p>
            <a:pPr marL="457200" indent="-457200">
              <a:buAutoNum type="arabicPeriod"/>
            </a:pPr>
            <a:r>
              <a:rPr lang="en-US" sz="2200" noProof="0" err="1">
                <a:latin typeface="Latin Modern Math" panose="02000503000000000000" pitchFamily="50" charset="0"/>
                <a:ea typeface="Latin Modern Math" panose="02000503000000000000" pitchFamily="50" charset="0"/>
              </a:rPr>
              <a:t>Problemformulering</a:t>
            </a:r>
            <a:endParaRPr lang="en-US" sz="2200" noProof="0">
              <a:latin typeface="Latin Modern Math" panose="02000503000000000000" pitchFamily="50" charset="0"/>
              <a:ea typeface="Latin Modern Math" panose="02000503000000000000" pitchFamily="50" charset="0"/>
            </a:endParaRPr>
          </a:p>
          <a:p>
            <a:pPr marL="457200" indent="-457200">
              <a:buAutoNum type="arabicPeriod"/>
            </a:pPr>
            <a:r>
              <a:rPr lang="en-US" sz="2200" err="1">
                <a:latin typeface="Latin Modern Math" panose="02000503000000000000" pitchFamily="50" charset="0"/>
                <a:ea typeface="Latin Modern Math" panose="02000503000000000000" pitchFamily="50" charset="0"/>
              </a:rPr>
              <a:t>Hypotese</a:t>
            </a:r>
            <a:endParaRPr lang="da-DK" sz="2200">
              <a:latin typeface="Latin Modern Math" panose="02000503000000000000" pitchFamily="50" charset="0"/>
              <a:ea typeface="Latin Modern Math" panose="02000503000000000000" pitchFamily="50" charset="0"/>
            </a:endParaRPr>
          </a:p>
          <a:p>
            <a:pPr marL="457200" indent="-457200">
              <a:buAutoNum type="arabicPeriod"/>
            </a:pPr>
            <a:r>
              <a:rPr lang="da-DK" sz="2200">
                <a:latin typeface="Latin Modern Math" panose="02000503000000000000" pitchFamily="50" charset="0"/>
                <a:ea typeface="Latin Modern Math" panose="02000503000000000000" pitchFamily="50" charset="0"/>
              </a:rPr>
              <a:t>Deduktion</a:t>
            </a:r>
          </a:p>
          <a:p>
            <a:pPr marL="457200" indent="-457200">
              <a:buAutoNum type="arabicPeriod"/>
            </a:pPr>
            <a:r>
              <a:rPr lang="da-DK" sz="2200">
                <a:latin typeface="Latin Modern Math" panose="02000503000000000000" pitchFamily="50" charset="0"/>
                <a:ea typeface="Latin Modern Math" panose="02000503000000000000" pitchFamily="50" charset="0"/>
              </a:rPr>
              <a:t>Eksperiment/Forsøg </a:t>
            </a:r>
          </a:p>
          <a:p>
            <a:pPr marL="457200" indent="-457200">
              <a:buAutoNum type="arabicPeriod"/>
            </a:pPr>
            <a:r>
              <a:rPr lang="da-DK" sz="2200">
                <a:latin typeface="Latin Modern Math" panose="02000503000000000000" pitchFamily="50" charset="0"/>
                <a:ea typeface="Latin Modern Math" panose="02000503000000000000" pitchFamily="50" charset="0"/>
              </a:rPr>
              <a:t>Analyse &amp; Konklusion</a:t>
            </a:r>
            <a:endParaRPr lang="en-US" sz="2200">
              <a:latin typeface="Latin Modern Math" panose="02000503000000000000" pitchFamily="50" charset="0"/>
              <a:ea typeface="Latin Modern Math" panose="02000503000000000000" pitchFamily="50" charset="0"/>
            </a:endParaRPr>
          </a:p>
        </p:txBody>
      </p:sp>
      <p:sp>
        <p:nvSpPr>
          <p:cNvPr id="49" name="TextBox 48">
            <a:extLst>
              <a:ext uri="{FF2B5EF4-FFF2-40B4-BE49-F238E27FC236}">
                <a16:creationId xmlns:a16="http://schemas.microsoft.com/office/drawing/2014/main" id="{3295F889-35FD-2899-F54C-18181DEA5C9E}"/>
              </a:ext>
            </a:extLst>
          </p:cNvPr>
          <p:cNvSpPr txBox="1"/>
          <p:nvPr/>
        </p:nvSpPr>
        <p:spPr>
          <a:xfrm>
            <a:off x="211732" y="2216277"/>
            <a:ext cx="3664329" cy="1015663"/>
          </a:xfrm>
          <a:prstGeom prst="rect">
            <a:avLst/>
          </a:prstGeom>
          <a:noFill/>
        </p:spPr>
        <p:txBody>
          <a:bodyPr wrap="square" lIns="0" tIns="0" rIns="0" bIns="0" rtlCol="0">
            <a:spAutoFit/>
          </a:bodyPr>
          <a:lstStyle/>
          <a:p>
            <a:r>
              <a:rPr lang="en-US" sz="2200" err="1">
                <a:latin typeface="Latin Modern Math" panose="02000503000000000000" pitchFamily="50" charset="0"/>
                <a:ea typeface="Latin Modern Math" panose="02000503000000000000" pitchFamily="50" charset="0"/>
              </a:rPr>
              <a:t>Valg</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af</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problemstilling</a:t>
            </a:r>
            <a:r>
              <a:rPr lang="en-US" sz="2200">
                <a:latin typeface="Latin Modern Math" panose="02000503000000000000" pitchFamily="50" charset="0"/>
                <a:ea typeface="Latin Modern Math" panose="02000503000000000000" pitchFamily="50" charset="0"/>
              </a:rPr>
              <a:t>?</a:t>
            </a:r>
          </a:p>
          <a:p>
            <a:r>
              <a:rPr lang="en-US" sz="2200" err="1">
                <a:latin typeface="Latin Modern Math" panose="02000503000000000000" pitchFamily="50" charset="0"/>
                <a:ea typeface="Latin Modern Math" panose="02000503000000000000" pitchFamily="50" charset="0"/>
              </a:rPr>
              <a:t>Afgrænsning</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af</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opgaven</a:t>
            </a:r>
            <a:r>
              <a:rPr lang="en-US" sz="2200">
                <a:latin typeface="Latin Modern Math" panose="02000503000000000000" pitchFamily="50" charset="0"/>
                <a:ea typeface="Latin Modern Math" panose="02000503000000000000" pitchFamily="50" charset="0"/>
              </a:rPr>
              <a:t>?</a:t>
            </a:r>
          </a:p>
          <a:p>
            <a:r>
              <a:rPr lang="en-US" sz="2200" err="1">
                <a:latin typeface="Latin Modern Math" panose="02000503000000000000" pitchFamily="50" charset="0"/>
                <a:ea typeface="Latin Modern Math" panose="02000503000000000000" pitchFamily="50" charset="0"/>
              </a:rPr>
              <a:t>Valg</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og</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fravalg</a:t>
            </a:r>
            <a:r>
              <a:rPr lang="en-US" sz="2200">
                <a:latin typeface="Latin Modern Math" panose="02000503000000000000" pitchFamily="50" charset="0"/>
                <a:ea typeface="Latin Modern Math" panose="02000503000000000000" pitchFamily="50" charset="0"/>
              </a:rPr>
              <a:t> </a:t>
            </a:r>
            <a:r>
              <a:rPr lang="en-US" sz="2200" err="1">
                <a:latin typeface="Latin Modern Math" panose="02000503000000000000" pitchFamily="50" charset="0"/>
                <a:ea typeface="Latin Modern Math" panose="02000503000000000000" pitchFamily="50" charset="0"/>
              </a:rPr>
              <a:t>undervejs</a:t>
            </a:r>
            <a:r>
              <a:rPr lang="en-US" sz="2200">
                <a:latin typeface="Latin Modern Math" panose="02000503000000000000" pitchFamily="50" charset="0"/>
                <a:ea typeface="Latin Modern Math" panose="02000503000000000000" pitchFamily="50" charset="0"/>
              </a:rPr>
              <a:t>?</a:t>
            </a:r>
          </a:p>
        </p:txBody>
      </p:sp>
    </p:spTree>
    <p:extLst>
      <p:ext uri="{BB962C8B-B14F-4D97-AF65-F5344CB8AC3E}">
        <p14:creationId xmlns:p14="http://schemas.microsoft.com/office/powerpoint/2010/main" val="4809495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1CADAC63-CD32-9872-65C5-F4A833F08E7B}"/>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60FC9205-0B58-CD87-4B5B-46D794E25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C1453D9-1199-6EAB-74B1-0B3E240D8C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4DEFDF68-7036-C70E-A2D3-2088C24776E0}"/>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23</a:t>
            </a:fld>
            <a:endParaRPr lang="da-DK" noProof="0"/>
          </a:p>
        </p:txBody>
      </p:sp>
      <p:sp>
        <p:nvSpPr>
          <p:cNvPr id="9" name="TextBox 8">
            <a:extLst>
              <a:ext uri="{FF2B5EF4-FFF2-40B4-BE49-F238E27FC236}">
                <a16:creationId xmlns:a16="http://schemas.microsoft.com/office/drawing/2014/main" id="{CE4FBAF0-EB62-34B0-8996-7E168DB6E347}"/>
              </a:ext>
            </a:extLst>
          </p:cNvPr>
          <p:cNvSpPr txBox="1"/>
          <p:nvPr/>
        </p:nvSpPr>
        <p:spPr>
          <a:xfrm>
            <a:off x="2276043" y="2544142"/>
            <a:ext cx="7639912" cy="1769715"/>
          </a:xfrm>
          <a:prstGeom prst="rect">
            <a:avLst/>
          </a:prstGeom>
          <a:noFill/>
        </p:spPr>
        <p:txBody>
          <a:bodyPr wrap="none" lIns="0" tIns="0" rIns="0" bIns="0" rtlCol="0">
            <a:spAutoFit/>
          </a:bodyPr>
          <a:lstStyle/>
          <a:p>
            <a:pPr algn="ctr"/>
            <a:r>
              <a:rPr lang="da-DK" sz="11500" b="1" noProof="0">
                <a:latin typeface="Latin Modern Math" panose="02000503000000000000" pitchFamily="50" charset="0"/>
                <a:ea typeface="Latin Modern Math" panose="02000503000000000000" pitchFamily="50" charset="0"/>
              </a:rPr>
              <a:t>Spørgsmål?</a:t>
            </a:r>
          </a:p>
        </p:txBody>
      </p:sp>
    </p:spTree>
    <p:extLst>
      <p:ext uri="{BB962C8B-B14F-4D97-AF65-F5344CB8AC3E}">
        <p14:creationId xmlns:p14="http://schemas.microsoft.com/office/powerpoint/2010/main" val="3075250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F7D2987D-A5F6-9C5C-3D7E-86A7C092F2CA}"/>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4A86D1F1-24BF-2580-356E-AEFAE56578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AC047BC-7139-4C0D-A8A7-A54FC5878D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3E71AE28-1E84-91A6-6CA1-790F0C359040}"/>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24</a:t>
            </a:fld>
            <a:endParaRPr lang="da-DK" noProof="0"/>
          </a:p>
        </p:txBody>
      </p:sp>
      <p:pic>
        <p:nvPicPr>
          <p:cNvPr id="5122" name="Picture 2" descr="Special Relativity Theory Expands the Futures Cone's Conceptualisation of  the Futures and The Pasts * Journal of Futures Studies">
            <a:extLst>
              <a:ext uri="{FF2B5EF4-FFF2-40B4-BE49-F238E27FC236}">
                <a16:creationId xmlns:a16="http://schemas.microsoft.com/office/drawing/2014/main" id="{B27A8D8C-E032-67B6-CE80-0202EED524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4325" y="0"/>
            <a:ext cx="648335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0015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3D8E2D32-093E-6BE6-E928-600141DBC103}"/>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7C7D7FC9-F1AC-A4B5-BDB5-BD99CB4845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E85E2EFB-A789-AB6D-6F1E-48C589A8D1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5F1AFA59-9632-4BD0-D45A-C4919906A33F}"/>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25</a:t>
            </a:fld>
            <a:endParaRPr lang="da-DK" noProof="0"/>
          </a:p>
        </p:txBody>
      </p:sp>
      <p:pic>
        <p:nvPicPr>
          <p:cNvPr id="7170" name="Picture 2" descr="undefined">
            <a:extLst>
              <a:ext uri="{FF2B5EF4-FFF2-40B4-BE49-F238E27FC236}">
                <a16:creationId xmlns:a16="http://schemas.microsoft.com/office/drawing/2014/main" id="{28F6FFA3-3BCD-7476-9A48-C25A16CB85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1009" y="1455420"/>
            <a:ext cx="10309981" cy="3947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5439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83EF7116-972F-23DA-FF7E-214195283E0F}"/>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AE740F78-597E-A59C-9BAA-9EC4698DE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4E39D41-60CB-755B-AEE4-519A33BFB4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C1F6C331-066E-539E-B27D-B6B32CCD156A}"/>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26</a:t>
            </a:fld>
            <a:endParaRPr lang="da-DK" noProof="0"/>
          </a:p>
        </p:txBody>
      </p:sp>
      <p:pic>
        <p:nvPicPr>
          <p:cNvPr id="6146" name="Picture 2" descr="Mathematical Description Of Polarization">
            <a:extLst>
              <a:ext uri="{FF2B5EF4-FFF2-40B4-BE49-F238E27FC236}">
                <a16:creationId xmlns:a16="http://schemas.microsoft.com/office/drawing/2014/main" id="{971CA448-7E6C-9832-DB78-7B8C69CEDF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3693" y="0"/>
            <a:ext cx="7738712" cy="6857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843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4E4E4"/>
        </a:solidFill>
        <a:effectLst/>
      </p:bgPr>
    </p:bg>
    <p:spTree>
      <p:nvGrpSpPr>
        <p:cNvPr id="1" name="">
          <a:extLst>
            <a:ext uri="{FF2B5EF4-FFF2-40B4-BE49-F238E27FC236}">
              <a16:creationId xmlns:a16="http://schemas.microsoft.com/office/drawing/2014/main" id="{BADB06B0-C594-55D7-0271-1C84B50627A9}"/>
            </a:ext>
          </a:extLst>
        </p:cNvPr>
        <p:cNvGrpSpPr/>
        <p:nvPr/>
      </p:nvGrpSpPr>
      <p:grpSpPr>
        <a:xfrm>
          <a:off x="0" y="0"/>
          <a:ext cx="0" cy="0"/>
          <a:chOff x="0" y="0"/>
          <a:chExt cx="0" cy="0"/>
        </a:xfrm>
      </p:grpSpPr>
      <p:pic>
        <p:nvPicPr>
          <p:cNvPr id="1028" name="Picture 4">
            <a:extLst>
              <a:ext uri="{FF2B5EF4-FFF2-40B4-BE49-F238E27FC236}">
                <a16:creationId xmlns:a16="http://schemas.microsoft.com/office/drawing/2014/main" id="{2EF4B315-9E73-DA68-4CB0-331CFFF68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9597" y="86627"/>
            <a:ext cx="496127" cy="7240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2A20606-5CC1-33D8-5655-9C0E777ABD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6627"/>
            <a:ext cx="1000819" cy="724077"/>
          </a:xfrm>
          <a:prstGeom prst="rect">
            <a:avLst/>
          </a:prstGeom>
        </p:spPr>
      </p:pic>
      <p:sp>
        <p:nvSpPr>
          <p:cNvPr id="10" name="Slide Number Placeholder 9">
            <a:extLst>
              <a:ext uri="{FF2B5EF4-FFF2-40B4-BE49-F238E27FC236}">
                <a16:creationId xmlns:a16="http://schemas.microsoft.com/office/drawing/2014/main" id="{4C315BBC-96EA-7D5B-EBDE-2C17AAB3F509}"/>
              </a:ext>
            </a:extLst>
          </p:cNvPr>
          <p:cNvSpPr>
            <a:spLocks noGrp="1"/>
          </p:cNvSpPr>
          <p:nvPr>
            <p:ph type="sldNum" sz="quarter" idx="12"/>
          </p:nvPr>
        </p:nvSpPr>
        <p:spPr>
          <a:xfrm>
            <a:off x="9448800" y="6492875"/>
            <a:ext cx="2743200" cy="365125"/>
          </a:xfrm>
        </p:spPr>
        <p:txBody>
          <a:bodyPr/>
          <a:lstStyle/>
          <a:p>
            <a:fld id="{6052F0F6-3AF7-40A1-A07F-18250C02E1AF}" type="slidenum">
              <a:rPr lang="da-DK" noProof="0" smtClean="0"/>
              <a:t>27</a:t>
            </a:fld>
            <a:endParaRPr lang="da-DK" noProof="0"/>
          </a:p>
        </p:txBody>
      </p:sp>
      <p:sp>
        <p:nvSpPr>
          <p:cNvPr id="2" name="TextBox 1">
            <a:extLst>
              <a:ext uri="{FF2B5EF4-FFF2-40B4-BE49-F238E27FC236}">
                <a16:creationId xmlns:a16="http://schemas.microsoft.com/office/drawing/2014/main" id="{CB330AD3-C26F-1F31-2625-503A3153E704}"/>
              </a:ext>
            </a:extLst>
          </p:cNvPr>
          <p:cNvSpPr txBox="1"/>
          <p:nvPr/>
        </p:nvSpPr>
        <p:spPr>
          <a:xfrm flipH="1">
            <a:off x="1752930" y="1362456"/>
            <a:ext cx="8259618" cy="923330"/>
          </a:xfrm>
          <a:prstGeom prst="rect">
            <a:avLst/>
          </a:prstGeom>
          <a:noFill/>
        </p:spPr>
        <p:txBody>
          <a:bodyPr wrap="square" lIns="0" tIns="0" rIns="0" bIns="0" rtlCol="0">
            <a:spAutoFit/>
          </a:bodyPr>
          <a:lstStyle/>
          <a:p>
            <a:r>
              <a:rPr lang="en-US" sz="2000" noProof="0">
                <a:latin typeface="Latin Modern Math" panose="02000503000000000000" pitchFamily="50" charset="0"/>
                <a:ea typeface="Latin Modern Math" panose="02000503000000000000" pitchFamily="50" charset="0"/>
              </a:rPr>
              <a:t>En </a:t>
            </a:r>
            <a:r>
              <a:rPr lang="en-US" sz="2000" noProof="0" err="1">
                <a:latin typeface="Latin Modern Math" panose="02000503000000000000" pitchFamily="50" charset="0"/>
                <a:ea typeface="Latin Modern Math" panose="02000503000000000000" pitchFamily="50" charset="0"/>
              </a:rPr>
              <a:t>ændring</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i</a:t>
            </a:r>
            <a:r>
              <a:rPr lang="en-US" sz="2000" noProof="0">
                <a:latin typeface="Latin Modern Math" panose="02000503000000000000" pitchFamily="50" charset="0"/>
                <a:ea typeface="Latin Modern Math" panose="02000503000000000000" pitchFamily="50" charset="0"/>
              </a:rPr>
              <a:t> definition </a:t>
            </a:r>
            <a:r>
              <a:rPr lang="en-US" sz="2000" noProof="0" err="1">
                <a:latin typeface="Latin Modern Math" panose="02000503000000000000" pitchFamily="50" charset="0"/>
                <a:ea typeface="Latin Modern Math" panose="02000503000000000000" pitchFamily="50" charset="0"/>
              </a:rPr>
              <a:t>af</a:t>
            </a:r>
            <a:r>
              <a:rPr lang="en-US" sz="2000" noProof="0">
                <a:latin typeface="Latin Modern Math" panose="02000503000000000000" pitchFamily="50" charset="0"/>
                <a:ea typeface="Latin Modern Math" panose="02000503000000000000" pitchFamily="50" charset="0"/>
              </a:rPr>
              <a:t> S </a:t>
            </a:r>
            <a:r>
              <a:rPr lang="en-US" sz="2000" noProof="0" err="1">
                <a:latin typeface="Latin Modern Math" panose="02000503000000000000" pitchFamily="50" charset="0"/>
                <a:ea typeface="Latin Modern Math" panose="02000503000000000000" pitchFamily="50" charset="0"/>
              </a:rPr>
              <a:t>parameteren</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skyldes</a:t>
            </a:r>
            <a:r>
              <a:rPr lang="en-US" sz="2000" noProof="0">
                <a:latin typeface="Latin Modern Math" panose="02000503000000000000" pitchFamily="50" charset="0"/>
                <a:ea typeface="Latin Modern Math" panose="02000503000000000000" pitchFamily="50" charset="0"/>
              </a:rPr>
              <a:t>, at de </a:t>
            </a:r>
            <a:r>
              <a:rPr lang="en-US" sz="2000" noProof="0" err="1">
                <a:latin typeface="Latin Modern Math" panose="02000503000000000000" pitchFamily="50" charset="0"/>
                <a:ea typeface="Latin Modern Math" panose="02000503000000000000" pitchFamily="50" charset="0"/>
              </a:rPr>
              <a:t>produceret</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fotoner</a:t>
            </a:r>
            <a:r>
              <a:rPr lang="en-US" sz="2000" noProof="0">
                <a:latin typeface="Latin Modern Math" panose="02000503000000000000" pitchFamily="50" charset="0"/>
                <a:ea typeface="Latin Modern Math" panose="02000503000000000000" pitchFamily="50" charset="0"/>
              </a:rPr>
              <a:t> var </a:t>
            </a:r>
            <a:r>
              <a:rPr lang="en-US" sz="2000" noProof="0" err="1">
                <a:latin typeface="Latin Modern Math" panose="02000503000000000000" pitchFamily="50" charset="0"/>
                <a:ea typeface="Latin Modern Math" panose="02000503000000000000" pitchFamily="50" charset="0"/>
              </a:rPr>
              <a:t>i</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en</a:t>
            </a:r>
            <a:r>
              <a:rPr lang="en-US" sz="2000" noProof="0">
                <a:latin typeface="Latin Modern Math" panose="02000503000000000000" pitchFamily="50" charset="0"/>
                <a:ea typeface="Latin Modern Math" panose="02000503000000000000" pitchFamily="50" charset="0"/>
              </a:rPr>
              <a:t> Bell-tilstand med </a:t>
            </a:r>
            <a:r>
              <a:rPr lang="en-US" sz="2000" noProof="0" err="1">
                <a:latin typeface="Latin Modern Math" panose="02000503000000000000" pitchFamily="50" charset="0"/>
                <a:ea typeface="Latin Modern Math" panose="02000503000000000000" pitchFamily="50" charset="0"/>
              </a:rPr>
              <a:t>en</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anden</a:t>
            </a:r>
            <a:r>
              <a:rPr lang="en-US" sz="2000" noProof="0">
                <a:latin typeface="Latin Modern Math" panose="02000503000000000000" pitchFamily="50" charset="0"/>
                <a:ea typeface="Latin Modern Math" panose="02000503000000000000" pitchFamily="50" charset="0"/>
              </a:rPr>
              <a:t> relative </a:t>
            </a:r>
            <a:r>
              <a:rPr lang="en-US" sz="2000" noProof="0" err="1">
                <a:latin typeface="Latin Modern Math" panose="02000503000000000000" pitchFamily="50" charset="0"/>
                <a:ea typeface="Latin Modern Math" panose="02000503000000000000" pitchFamily="50" charset="0"/>
              </a:rPr>
              <a:t>fase</a:t>
            </a:r>
            <a:r>
              <a:rPr lang="en-US" sz="2000" noProof="0">
                <a:latin typeface="Latin Modern Math" panose="02000503000000000000" pitchFamily="50" charset="0"/>
                <a:ea typeface="Latin Modern Math" panose="02000503000000000000" pitchFamily="50" charset="0"/>
              </a:rPr>
              <a:t>, end den, </a:t>
            </a:r>
            <a:r>
              <a:rPr lang="en-US" sz="2000" noProof="0" err="1">
                <a:latin typeface="Latin Modern Math" panose="02000503000000000000" pitchFamily="50" charset="0"/>
                <a:ea typeface="Latin Modern Math" panose="02000503000000000000" pitchFamily="50" charset="0"/>
              </a:rPr>
              <a:t>som</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anvendt</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i</a:t>
            </a:r>
            <a:r>
              <a:rPr lang="en-US" sz="2000" noProof="0">
                <a:latin typeface="Latin Modern Math" panose="02000503000000000000" pitchFamily="50" charset="0"/>
                <a:ea typeface="Latin Modern Math" panose="02000503000000000000" pitchFamily="50" charset="0"/>
              </a:rPr>
              <a:t> </a:t>
            </a:r>
            <a:r>
              <a:rPr lang="en-US" sz="2000" noProof="0" err="1">
                <a:latin typeface="Latin Modern Math" panose="02000503000000000000" pitchFamily="50" charset="0"/>
                <a:ea typeface="Latin Modern Math" panose="02000503000000000000" pitchFamily="50" charset="0"/>
              </a:rPr>
              <a:t>CHSH-fortegnskonvention</a:t>
            </a:r>
            <a:r>
              <a:rPr lang="en-US" sz="2000" noProof="0">
                <a:latin typeface="Latin Modern Math" panose="02000503000000000000" pitchFamily="50" charset="0"/>
                <a:ea typeface="Latin Modern Math" panose="02000503000000000000" pitchFamily="50" charset="0"/>
              </a:rPr>
              <a:t> implicit </a:t>
            </a:r>
            <a:r>
              <a:rPr lang="en-US" sz="2000" noProof="0" err="1">
                <a:latin typeface="Latin Modern Math" panose="02000503000000000000" pitchFamily="50" charset="0"/>
                <a:ea typeface="Latin Modern Math" panose="02000503000000000000" pitchFamily="50" charset="0"/>
              </a:rPr>
              <a:t>antager</a:t>
            </a:r>
            <a:r>
              <a:rPr lang="en-US" sz="2000" noProof="0">
                <a:latin typeface="Latin Modern Math" panose="02000503000000000000" pitchFamily="50" charset="0"/>
                <a:ea typeface="Latin Modern Math" panose="02000503000000000000" pitchFamily="50" charset="0"/>
              </a:rPr>
              <a:t>. </a:t>
            </a:r>
            <a:endParaRPr lang="da-DK" sz="2000" noProof="0">
              <a:latin typeface="Latin Modern Math" panose="02000503000000000000" pitchFamily="50" charset="0"/>
              <a:ea typeface="Latin Modern Math" panose="02000503000000000000" pitchFamily="50" charset="0"/>
            </a:endParaRPr>
          </a:p>
        </p:txBody>
      </p:sp>
    </p:spTree>
    <p:extLst>
      <p:ext uri="{BB962C8B-B14F-4D97-AF65-F5344CB8AC3E}">
        <p14:creationId xmlns:p14="http://schemas.microsoft.com/office/powerpoint/2010/main" val="1158535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27</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Forsvarelse af SOP Kvantemekanisk Sammenfiltring</vt:lpstr>
      <vt:lpstr>01 Redegøre for kvantemekanisk sammenfiltring, herunder begrebet lokale skjulte variabler.  02 Redegøre for lineær algebra, herunder matrice transponering.  03 Analysér resultaterne fra ”Bells ulighedsforsøg” udført på DTU og vurder hvorvidt systemet opfør sig kvantemekanisk eller klassisk.  04 Diskutér hvilken forståelse forsøgets resultater danner for lokalrealisme og naturens determinisme, og perspektivér til moderne anvendelser af kvantemekanisk sammenfiltring f.eks. kvantekryptografi. </vt:lpstr>
      <vt:lpstr>“…er nature lokal og realistisk, som Einstein insisterede på, eller må vi acceptere Bohrs syn på kvantemekanikken, hvor sandsynligheder og non-lokalitet dominerer?  Hvem af dem havde ret, Einstein eller Bohr?”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Khizar Irshad Chaudhry</dc:creator>
  <cp:revision>1</cp:revision>
  <dcterms:created xsi:type="dcterms:W3CDTF">2026-01-18T17:47:48Z</dcterms:created>
  <dcterms:modified xsi:type="dcterms:W3CDTF">2026-01-19T09:08:49Z</dcterms:modified>
</cp:coreProperties>
</file>